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5"/>
  </p:sldMasterIdLst>
  <p:notesMasterIdLst>
    <p:notesMasterId r:id="rId61"/>
  </p:notesMasterIdLst>
  <p:handoutMasterIdLst>
    <p:handoutMasterId r:id="rId62"/>
  </p:handoutMasterIdLst>
  <p:sldIdLst>
    <p:sldId id="256" r:id="rId6"/>
    <p:sldId id="260" r:id="rId7"/>
    <p:sldId id="261" r:id="rId8"/>
    <p:sldId id="259" r:id="rId9"/>
    <p:sldId id="319" r:id="rId10"/>
    <p:sldId id="318" r:id="rId11"/>
    <p:sldId id="320" r:id="rId12"/>
    <p:sldId id="262" r:id="rId13"/>
    <p:sldId id="321" r:id="rId14"/>
    <p:sldId id="322" r:id="rId15"/>
    <p:sldId id="323" r:id="rId16"/>
    <p:sldId id="324" r:id="rId17"/>
    <p:sldId id="339" r:id="rId18"/>
    <p:sldId id="308" r:id="rId19"/>
    <p:sldId id="335" r:id="rId20"/>
    <p:sldId id="325" r:id="rId21"/>
    <p:sldId id="326" r:id="rId22"/>
    <p:sldId id="327" r:id="rId23"/>
    <p:sldId id="267" r:id="rId24"/>
    <p:sldId id="307" r:id="rId25"/>
    <p:sldId id="328" r:id="rId26"/>
    <p:sldId id="290" r:id="rId27"/>
    <p:sldId id="311" r:id="rId28"/>
    <p:sldId id="329" r:id="rId29"/>
    <p:sldId id="312" r:id="rId30"/>
    <p:sldId id="330" r:id="rId31"/>
    <p:sldId id="313" r:id="rId32"/>
    <p:sldId id="336" r:id="rId33"/>
    <p:sldId id="314" r:id="rId34"/>
    <p:sldId id="315" r:id="rId35"/>
    <p:sldId id="337" r:id="rId36"/>
    <p:sldId id="338" r:id="rId37"/>
    <p:sldId id="268" r:id="rId38"/>
    <p:sldId id="310" r:id="rId39"/>
    <p:sldId id="334" r:id="rId40"/>
    <p:sldId id="340" r:id="rId41"/>
    <p:sldId id="341" r:id="rId42"/>
    <p:sldId id="342" r:id="rId43"/>
    <p:sldId id="332" r:id="rId44"/>
    <p:sldId id="343" r:id="rId45"/>
    <p:sldId id="344" r:id="rId46"/>
    <p:sldId id="345" r:id="rId47"/>
    <p:sldId id="331" r:id="rId48"/>
    <p:sldId id="316" r:id="rId49"/>
    <p:sldId id="333" r:id="rId50"/>
    <p:sldId id="346" r:id="rId51"/>
    <p:sldId id="347" r:id="rId52"/>
    <p:sldId id="348" r:id="rId53"/>
    <p:sldId id="349" r:id="rId54"/>
    <p:sldId id="353" r:id="rId55"/>
    <p:sldId id="350" r:id="rId56"/>
    <p:sldId id="351" r:id="rId57"/>
    <p:sldId id="317" r:id="rId58"/>
    <p:sldId id="352" r:id="rId59"/>
    <p:sldId id="306" r:id="rId60"/>
  </p:sldIdLst>
  <p:sldSz cx="12192000" cy="6858000"/>
  <p:notesSz cx="6858000" cy="9144000"/>
  <p:defaultText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FFFF"/>
    <a:srgbClr val="0000FE"/>
    <a:srgbClr val="524B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00973E-1893-3F49-A359-105AA1C42825}" v="61" dt="2024-09-06T09:26:46.3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57" autoAdjust="0"/>
    <p:restoredTop sz="86420" autoAdjust="0"/>
  </p:normalViewPr>
  <p:slideViewPr>
    <p:cSldViewPr snapToGrid="0">
      <p:cViewPr varScale="1">
        <p:scale>
          <a:sx n="80" d="100"/>
          <a:sy n="80" d="100"/>
        </p:scale>
        <p:origin x="102" y="810"/>
      </p:cViewPr>
      <p:guideLst/>
    </p:cSldViewPr>
  </p:slideViewPr>
  <p:outlineViewPr>
    <p:cViewPr>
      <p:scale>
        <a:sx n="33" d="100"/>
        <a:sy n="33" d="100"/>
      </p:scale>
      <p:origin x="0" y="-498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Lst>
  </p:outlineViewPr>
  <p:notesTextViewPr>
    <p:cViewPr>
      <p:scale>
        <a:sx n="1" d="1"/>
        <a:sy n="1" d="1"/>
      </p:scale>
      <p:origin x="0" y="0"/>
    </p:cViewPr>
  </p:notesTextViewPr>
  <p:notesViewPr>
    <p:cSldViewPr snapToGrid="0">
      <p:cViewPr varScale="1">
        <p:scale>
          <a:sx n="83" d="100"/>
          <a:sy n="83" d="100"/>
        </p:scale>
        <p:origin x="3180" y="9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ableStyles" Target="tableStyles.xml"/><Relationship Id="rId5" Type="http://schemas.openxmlformats.org/officeDocument/2006/relationships/slideMaster" Target="slideMasters/slideMaster1.xml"/><Relationship Id="rId61" Type="http://schemas.openxmlformats.org/officeDocument/2006/relationships/notesMaster" Target="notesMasters/notes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microsoft.com/office/2015/10/relationships/revisionInfo" Target="revisionInfo.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_rels/viewProps.xml.rels><?xml version="1.0" encoding="UTF-8" standalone="yes"?>
<Relationships xmlns="http://schemas.openxmlformats.org/package/2006/relationships"><Relationship Id="rId13" Type="http://schemas.openxmlformats.org/officeDocument/2006/relationships/slide" Target="slides/slide14.xml"/><Relationship Id="rId18" Type="http://schemas.openxmlformats.org/officeDocument/2006/relationships/slide" Target="slides/slide19.xml"/><Relationship Id="rId26" Type="http://schemas.openxmlformats.org/officeDocument/2006/relationships/slide" Target="slides/slide27.xml"/><Relationship Id="rId39" Type="http://schemas.openxmlformats.org/officeDocument/2006/relationships/slide" Target="slides/slide40.xml"/><Relationship Id="rId21" Type="http://schemas.openxmlformats.org/officeDocument/2006/relationships/slide" Target="slides/slide22.xml"/><Relationship Id="rId34" Type="http://schemas.openxmlformats.org/officeDocument/2006/relationships/slide" Target="slides/slide35.xml"/><Relationship Id="rId42" Type="http://schemas.openxmlformats.org/officeDocument/2006/relationships/slide" Target="slides/slide43.xml"/><Relationship Id="rId47" Type="http://schemas.openxmlformats.org/officeDocument/2006/relationships/slide" Target="slides/slide48.xml"/><Relationship Id="rId50" Type="http://schemas.openxmlformats.org/officeDocument/2006/relationships/slide" Target="slides/slide51.xml"/><Relationship Id="rId7" Type="http://schemas.openxmlformats.org/officeDocument/2006/relationships/slide" Target="slides/slide8.xml"/><Relationship Id="rId2" Type="http://schemas.openxmlformats.org/officeDocument/2006/relationships/slide" Target="slides/slide3.xml"/><Relationship Id="rId16" Type="http://schemas.openxmlformats.org/officeDocument/2006/relationships/slide" Target="slides/slide17.xml"/><Relationship Id="rId29" Type="http://schemas.openxmlformats.org/officeDocument/2006/relationships/slide" Target="slides/slide30.xml"/><Relationship Id="rId11" Type="http://schemas.openxmlformats.org/officeDocument/2006/relationships/slide" Target="slides/slide12.xml"/><Relationship Id="rId24" Type="http://schemas.openxmlformats.org/officeDocument/2006/relationships/slide" Target="slides/slide25.xml"/><Relationship Id="rId32" Type="http://schemas.openxmlformats.org/officeDocument/2006/relationships/slide" Target="slides/slide33.xml"/><Relationship Id="rId37" Type="http://schemas.openxmlformats.org/officeDocument/2006/relationships/slide" Target="slides/slide38.xml"/><Relationship Id="rId40" Type="http://schemas.openxmlformats.org/officeDocument/2006/relationships/slide" Target="slides/slide41.xml"/><Relationship Id="rId45" Type="http://schemas.openxmlformats.org/officeDocument/2006/relationships/slide" Target="slides/slide46.xml"/><Relationship Id="rId53" Type="http://schemas.openxmlformats.org/officeDocument/2006/relationships/slide" Target="slides/slide54.xml"/><Relationship Id="rId5" Type="http://schemas.openxmlformats.org/officeDocument/2006/relationships/slide" Target="slides/slide6.xml"/><Relationship Id="rId10" Type="http://schemas.openxmlformats.org/officeDocument/2006/relationships/slide" Target="slides/slide11.xml"/><Relationship Id="rId19" Type="http://schemas.openxmlformats.org/officeDocument/2006/relationships/slide" Target="slides/slide20.xml"/><Relationship Id="rId31" Type="http://schemas.openxmlformats.org/officeDocument/2006/relationships/slide" Target="slides/slide32.xml"/><Relationship Id="rId44" Type="http://schemas.openxmlformats.org/officeDocument/2006/relationships/slide" Target="slides/slide45.xml"/><Relationship Id="rId52" Type="http://schemas.openxmlformats.org/officeDocument/2006/relationships/slide" Target="slides/slide53.xml"/><Relationship Id="rId4" Type="http://schemas.openxmlformats.org/officeDocument/2006/relationships/slide" Target="slides/slide5.xml"/><Relationship Id="rId9" Type="http://schemas.openxmlformats.org/officeDocument/2006/relationships/slide" Target="slides/slide10.xml"/><Relationship Id="rId14" Type="http://schemas.openxmlformats.org/officeDocument/2006/relationships/slide" Target="slides/slide15.xml"/><Relationship Id="rId22" Type="http://schemas.openxmlformats.org/officeDocument/2006/relationships/slide" Target="slides/slide23.xml"/><Relationship Id="rId27" Type="http://schemas.openxmlformats.org/officeDocument/2006/relationships/slide" Target="slides/slide28.xml"/><Relationship Id="rId30" Type="http://schemas.openxmlformats.org/officeDocument/2006/relationships/slide" Target="slides/slide31.xml"/><Relationship Id="rId35" Type="http://schemas.openxmlformats.org/officeDocument/2006/relationships/slide" Target="slides/slide36.xml"/><Relationship Id="rId43" Type="http://schemas.openxmlformats.org/officeDocument/2006/relationships/slide" Target="slides/slide44.xml"/><Relationship Id="rId48" Type="http://schemas.openxmlformats.org/officeDocument/2006/relationships/slide" Target="slides/slide49.xml"/><Relationship Id="rId8" Type="http://schemas.openxmlformats.org/officeDocument/2006/relationships/slide" Target="slides/slide9.xml"/><Relationship Id="rId51" Type="http://schemas.openxmlformats.org/officeDocument/2006/relationships/slide" Target="slides/slide52.xml"/><Relationship Id="rId3" Type="http://schemas.openxmlformats.org/officeDocument/2006/relationships/slide" Target="slides/slide4.xml"/><Relationship Id="rId12" Type="http://schemas.openxmlformats.org/officeDocument/2006/relationships/slide" Target="slides/slide13.xml"/><Relationship Id="rId17" Type="http://schemas.openxmlformats.org/officeDocument/2006/relationships/slide" Target="slides/slide18.xml"/><Relationship Id="rId25" Type="http://schemas.openxmlformats.org/officeDocument/2006/relationships/slide" Target="slides/slide26.xml"/><Relationship Id="rId33" Type="http://schemas.openxmlformats.org/officeDocument/2006/relationships/slide" Target="slides/slide34.xml"/><Relationship Id="rId38" Type="http://schemas.openxmlformats.org/officeDocument/2006/relationships/slide" Target="slides/slide39.xml"/><Relationship Id="rId46" Type="http://schemas.openxmlformats.org/officeDocument/2006/relationships/slide" Target="slides/slide47.xml"/><Relationship Id="rId20" Type="http://schemas.openxmlformats.org/officeDocument/2006/relationships/slide" Target="slides/slide21.xml"/><Relationship Id="rId41" Type="http://schemas.openxmlformats.org/officeDocument/2006/relationships/slide" Target="slides/slide42.xml"/><Relationship Id="rId54" Type="http://schemas.openxmlformats.org/officeDocument/2006/relationships/slide" Target="slides/slide55.xml"/><Relationship Id="rId1" Type="http://schemas.openxmlformats.org/officeDocument/2006/relationships/slide" Target="slides/slide2.xml"/><Relationship Id="rId6" Type="http://schemas.openxmlformats.org/officeDocument/2006/relationships/slide" Target="slides/slide7.xml"/><Relationship Id="rId15" Type="http://schemas.openxmlformats.org/officeDocument/2006/relationships/slide" Target="slides/slide16.xml"/><Relationship Id="rId23" Type="http://schemas.openxmlformats.org/officeDocument/2006/relationships/slide" Target="slides/slide24.xml"/><Relationship Id="rId28" Type="http://schemas.openxmlformats.org/officeDocument/2006/relationships/slide" Target="slides/slide29.xml"/><Relationship Id="rId36" Type="http://schemas.openxmlformats.org/officeDocument/2006/relationships/slide" Target="slides/slide37.xml"/><Relationship Id="rId49" Type="http://schemas.openxmlformats.org/officeDocument/2006/relationships/slide" Target="slides/slide5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0CBB1AE-B262-4787-8C52-A05D0CE604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873FD16A-3B73-4A4E-801F-F604E6F8DCE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35DD0C3-4885-4BAA-9AA1-C9918694A47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D4A009-C602-41F4-8272-F25F5B05B5AE}" type="slidenum">
              <a:rPr lang="en-US" smtClean="0"/>
              <a:t>‹#›</a:t>
            </a:fld>
            <a:endParaRPr lang="en-US"/>
          </a:p>
        </p:txBody>
      </p:sp>
    </p:spTree>
    <p:extLst>
      <p:ext uri="{BB962C8B-B14F-4D97-AF65-F5344CB8AC3E}">
        <p14:creationId xmlns:p14="http://schemas.microsoft.com/office/powerpoint/2010/main" val="33839229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051F8B-E38A-4262-93D6-EEE8CE2CF8CB}" type="datetimeFigureOut">
              <a:rPr lang="en-US" smtClean="0"/>
              <a:t>9/6/2024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72985F-36CD-4D87-8C89-674A558E8057}" type="slidenum">
              <a:rPr lang="en-US" smtClean="0"/>
              <a:t>‹#›</a:t>
            </a:fld>
            <a:endParaRPr lang="en-US"/>
          </a:p>
        </p:txBody>
      </p:sp>
    </p:spTree>
    <p:extLst>
      <p:ext uri="{BB962C8B-B14F-4D97-AF65-F5344CB8AC3E}">
        <p14:creationId xmlns:p14="http://schemas.microsoft.com/office/powerpoint/2010/main" val="3834291505"/>
      </p:ext>
    </p:extLst>
  </p:cSld>
  <p:clrMap bg1="lt1" tx1="dk1" bg2="lt2" tx2="dk2" accent1="accent1" accent2="accent2" accent3="accent3" accent4="accent4" accent5="accent5" accent6="accent6" hlink="hlink" folHlink="folHlink"/>
  <p:notesStyle>
    <a:lvl1pPr marL="0" algn="l" defTabSz="914263" rtl="0" eaLnBrk="1" latinLnBrk="0" hangingPunct="1">
      <a:defRPr sz="1200" kern="1200">
        <a:solidFill>
          <a:schemeClr val="tx1"/>
        </a:solidFill>
        <a:latin typeface="+mn-lt"/>
        <a:ea typeface="+mn-ea"/>
        <a:cs typeface="+mn-cs"/>
      </a:defRPr>
    </a:lvl1pPr>
    <a:lvl2pPr marL="457132" algn="l" defTabSz="914263" rtl="0" eaLnBrk="1" latinLnBrk="0" hangingPunct="1">
      <a:defRPr sz="1200" kern="1200">
        <a:solidFill>
          <a:schemeClr val="tx1"/>
        </a:solidFill>
        <a:latin typeface="+mn-lt"/>
        <a:ea typeface="+mn-ea"/>
        <a:cs typeface="+mn-cs"/>
      </a:defRPr>
    </a:lvl2pPr>
    <a:lvl3pPr marL="914263" algn="l" defTabSz="914263" rtl="0" eaLnBrk="1" latinLnBrk="0" hangingPunct="1">
      <a:defRPr sz="1200" kern="1200">
        <a:solidFill>
          <a:schemeClr val="tx1"/>
        </a:solidFill>
        <a:latin typeface="+mn-lt"/>
        <a:ea typeface="+mn-ea"/>
        <a:cs typeface="+mn-cs"/>
      </a:defRPr>
    </a:lvl3pPr>
    <a:lvl4pPr marL="1371395" algn="l" defTabSz="914263" rtl="0" eaLnBrk="1" latinLnBrk="0" hangingPunct="1">
      <a:defRPr sz="1200" kern="1200">
        <a:solidFill>
          <a:schemeClr val="tx1"/>
        </a:solidFill>
        <a:latin typeface="+mn-lt"/>
        <a:ea typeface="+mn-ea"/>
        <a:cs typeface="+mn-cs"/>
      </a:defRPr>
    </a:lvl4pPr>
    <a:lvl5pPr marL="1828526" algn="l" defTabSz="914263" rtl="0" eaLnBrk="1" latinLnBrk="0" hangingPunct="1">
      <a:defRPr sz="1200" kern="1200">
        <a:solidFill>
          <a:schemeClr val="tx1"/>
        </a:solidFill>
        <a:latin typeface="+mn-lt"/>
        <a:ea typeface="+mn-ea"/>
        <a:cs typeface="+mn-cs"/>
      </a:defRPr>
    </a:lvl5pPr>
    <a:lvl6pPr marL="2285657" algn="l" defTabSz="914263" rtl="0" eaLnBrk="1" latinLnBrk="0" hangingPunct="1">
      <a:defRPr sz="1200" kern="1200">
        <a:solidFill>
          <a:schemeClr val="tx1"/>
        </a:solidFill>
        <a:latin typeface="+mn-lt"/>
        <a:ea typeface="+mn-ea"/>
        <a:cs typeface="+mn-cs"/>
      </a:defRPr>
    </a:lvl6pPr>
    <a:lvl7pPr marL="2742789" algn="l" defTabSz="914263" rtl="0" eaLnBrk="1" latinLnBrk="0" hangingPunct="1">
      <a:defRPr sz="1200" kern="1200">
        <a:solidFill>
          <a:schemeClr val="tx1"/>
        </a:solidFill>
        <a:latin typeface="+mn-lt"/>
        <a:ea typeface="+mn-ea"/>
        <a:cs typeface="+mn-cs"/>
      </a:defRPr>
    </a:lvl7pPr>
    <a:lvl8pPr marL="3199920" algn="l" defTabSz="914263" rtl="0" eaLnBrk="1" latinLnBrk="0" hangingPunct="1">
      <a:defRPr sz="1200" kern="1200">
        <a:solidFill>
          <a:schemeClr val="tx1"/>
        </a:solidFill>
        <a:latin typeface="+mn-lt"/>
        <a:ea typeface="+mn-ea"/>
        <a:cs typeface="+mn-cs"/>
      </a:defRPr>
    </a:lvl8pPr>
    <a:lvl9pPr marL="3657052" algn="l" defTabSz="9142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dirty="0"/>
          </a:p>
        </p:txBody>
      </p:sp>
      <p:sp>
        <p:nvSpPr>
          <p:cNvPr id="4" name="Plassholder for lysbildenummer 3"/>
          <p:cNvSpPr>
            <a:spLocks noGrp="1"/>
          </p:cNvSpPr>
          <p:nvPr>
            <p:ph type="sldNum" sz="quarter" idx="5"/>
          </p:nvPr>
        </p:nvSpPr>
        <p:spPr/>
        <p:txBody>
          <a:bodyPr/>
          <a:lstStyle/>
          <a:p>
            <a:fld id="{EA72985F-36CD-4D87-8C89-674A558E8057}" type="slidenum">
              <a:rPr lang="en-US" smtClean="0"/>
              <a:t>1</a:t>
            </a:fld>
            <a:endParaRPr lang="en-US"/>
          </a:p>
        </p:txBody>
      </p:sp>
    </p:spTree>
    <p:extLst>
      <p:ext uri="{BB962C8B-B14F-4D97-AF65-F5344CB8AC3E}">
        <p14:creationId xmlns:p14="http://schemas.microsoft.com/office/powerpoint/2010/main" val="4041813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2</a:t>
            </a:fld>
            <a:endParaRPr lang="en-US"/>
          </a:p>
        </p:txBody>
      </p:sp>
    </p:spTree>
    <p:extLst>
      <p:ext uri="{BB962C8B-B14F-4D97-AF65-F5344CB8AC3E}">
        <p14:creationId xmlns:p14="http://schemas.microsoft.com/office/powerpoint/2010/main" val="3983047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3</a:t>
            </a:fld>
            <a:endParaRPr lang="en-US"/>
          </a:p>
        </p:txBody>
      </p:sp>
    </p:spTree>
    <p:extLst>
      <p:ext uri="{BB962C8B-B14F-4D97-AF65-F5344CB8AC3E}">
        <p14:creationId xmlns:p14="http://schemas.microsoft.com/office/powerpoint/2010/main" val="3087483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4</a:t>
            </a:fld>
            <a:endParaRPr lang="en-US"/>
          </a:p>
        </p:txBody>
      </p:sp>
    </p:spTree>
    <p:extLst>
      <p:ext uri="{BB962C8B-B14F-4D97-AF65-F5344CB8AC3E}">
        <p14:creationId xmlns:p14="http://schemas.microsoft.com/office/powerpoint/2010/main" val="1654343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5</a:t>
            </a:fld>
            <a:endParaRPr lang="en-US"/>
          </a:p>
        </p:txBody>
      </p:sp>
    </p:spTree>
    <p:extLst>
      <p:ext uri="{BB962C8B-B14F-4D97-AF65-F5344CB8AC3E}">
        <p14:creationId xmlns:p14="http://schemas.microsoft.com/office/powerpoint/2010/main" val="375220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6</a:t>
            </a:fld>
            <a:endParaRPr lang="en-US"/>
          </a:p>
        </p:txBody>
      </p:sp>
    </p:spTree>
    <p:extLst>
      <p:ext uri="{BB962C8B-B14F-4D97-AF65-F5344CB8AC3E}">
        <p14:creationId xmlns:p14="http://schemas.microsoft.com/office/powerpoint/2010/main" val="2864885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7</a:t>
            </a:fld>
            <a:endParaRPr lang="en-US"/>
          </a:p>
        </p:txBody>
      </p:sp>
    </p:spTree>
    <p:extLst>
      <p:ext uri="{BB962C8B-B14F-4D97-AF65-F5344CB8AC3E}">
        <p14:creationId xmlns:p14="http://schemas.microsoft.com/office/powerpoint/2010/main" val="2206919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8</a:t>
            </a:fld>
            <a:endParaRPr lang="en-US"/>
          </a:p>
        </p:txBody>
      </p:sp>
    </p:spTree>
    <p:extLst>
      <p:ext uri="{BB962C8B-B14F-4D97-AF65-F5344CB8AC3E}">
        <p14:creationId xmlns:p14="http://schemas.microsoft.com/office/powerpoint/2010/main" val="2796064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9</a:t>
            </a:fld>
            <a:endParaRPr lang="en-US"/>
          </a:p>
        </p:txBody>
      </p:sp>
    </p:spTree>
    <p:extLst>
      <p:ext uri="{BB962C8B-B14F-4D97-AF65-F5344CB8AC3E}">
        <p14:creationId xmlns:p14="http://schemas.microsoft.com/office/powerpoint/2010/main" val="23636306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10</a:t>
            </a:fld>
            <a:endParaRPr lang="en-US"/>
          </a:p>
        </p:txBody>
      </p:sp>
    </p:spTree>
    <p:extLst>
      <p:ext uri="{BB962C8B-B14F-4D97-AF65-F5344CB8AC3E}">
        <p14:creationId xmlns:p14="http://schemas.microsoft.com/office/powerpoint/2010/main" val="40507206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11</a:t>
            </a:fld>
            <a:endParaRPr lang="en-US"/>
          </a:p>
        </p:txBody>
      </p:sp>
    </p:spTree>
    <p:extLst>
      <p:ext uri="{BB962C8B-B14F-4D97-AF65-F5344CB8AC3E}">
        <p14:creationId xmlns:p14="http://schemas.microsoft.com/office/powerpoint/2010/main" val="10786837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12</a:t>
            </a:fld>
            <a:endParaRPr lang="en-US"/>
          </a:p>
        </p:txBody>
      </p:sp>
    </p:spTree>
    <p:extLst>
      <p:ext uri="{BB962C8B-B14F-4D97-AF65-F5344CB8AC3E}">
        <p14:creationId xmlns:p14="http://schemas.microsoft.com/office/powerpoint/2010/main" val="10774059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13</a:t>
            </a:fld>
            <a:endParaRPr lang="en-US"/>
          </a:p>
        </p:txBody>
      </p:sp>
    </p:spTree>
    <p:extLst>
      <p:ext uri="{BB962C8B-B14F-4D97-AF65-F5344CB8AC3E}">
        <p14:creationId xmlns:p14="http://schemas.microsoft.com/office/powerpoint/2010/main" val="3828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14</a:t>
            </a:fld>
            <a:endParaRPr lang="en-US"/>
          </a:p>
        </p:txBody>
      </p:sp>
    </p:spTree>
    <p:extLst>
      <p:ext uri="{BB962C8B-B14F-4D97-AF65-F5344CB8AC3E}">
        <p14:creationId xmlns:p14="http://schemas.microsoft.com/office/powerpoint/2010/main" val="10560194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15</a:t>
            </a:fld>
            <a:endParaRPr lang="en-US"/>
          </a:p>
        </p:txBody>
      </p:sp>
    </p:spTree>
    <p:extLst>
      <p:ext uri="{BB962C8B-B14F-4D97-AF65-F5344CB8AC3E}">
        <p14:creationId xmlns:p14="http://schemas.microsoft.com/office/powerpoint/2010/main" val="19598921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16</a:t>
            </a:fld>
            <a:endParaRPr lang="en-US"/>
          </a:p>
        </p:txBody>
      </p:sp>
    </p:spTree>
    <p:extLst>
      <p:ext uri="{BB962C8B-B14F-4D97-AF65-F5344CB8AC3E}">
        <p14:creationId xmlns:p14="http://schemas.microsoft.com/office/powerpoint/2010/main" val="29053234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17</a:t>
            </a:fld>
            <a:endParaRPr lang="en-US"/>
          </a:p>
        </p:txBody>
      </p:sp>
    </p:spTree>
    <p:extLst>
      <p:ext uri="{BB962C8B-B14F-4D97-AF65-F5344CB8AC3E}">
        <p14:creationId xmlns:p14="http://schemas.microsoft.com/office/powerpoint/2010/main" val="3194283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18</a:t>
            </a:fld>
            <a:endParaRPr lang="en-US"/>
          </a:p>
        </p:txBody>
      </p:sp>
    </p:spTree>
    <p:extLst>
      <p:ext uri="{BB962C8B-B14F-4D97-AF65-F5344CB8AC3E}">
        <p14:creationId xmlns:p14="http://schemas.microsoft.com/office/powerpoint/2010/main" val="34205537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19</a:t>
            </a:fld>
            <a:endParaRPr lang="en-US"/>
          </a:p>
        </p:txBody>
      </p:sp>
    </p:spTree>
    <p:extLst>
      <p:ext uri="{BB962C8B-B14F-4D97-AF65-F5344CB8AC3E}">
        <p14:creationId xmlns:p14="http://schemas.microsoft.com/office/powerpoint/2010/main" val="35208807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20</a:t>
            </a:fld>
            <a:endParaRPr lang="en-US"/>
          </a:p>
        </p:txBody>
      </p:sp>
    </p:spTree>
    <p:extLst>
      <p:ext uri="{BB962C8B-B14F-4D97-AF65-F5344CB8AC3E}">
        <p14:creationId xmlns:p14="http://schemas.microsoft.com/office/powerpoint/2010/main" val="25812797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21</a:t>
            </a:fld>
            <a:endParaRPr lang="en-US"/>
          </a:p>
        </p:txBody>
      </p:sp>
    </p:spTree>
    <p:extLst>
      <p:ext uri="{BB962C8B-B14F-4D97-AF65-F5344CB8AC3E}">
        <p14:creationId xmlns:p14="http://schemas.microsoft.com/office/powerpoint/2010/main" val="35077998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22</a:t>
            </a:fld>
            <a:endParaRPr lang="en-US"/>
          </a:p>
        </p:txBody>
      </p:sp>
    </p:spTree>
    <p:extLst>
      <p:ext uri="{BB962C8B-B14F-4D97-AF65-F5344CB8AC3E}">
        <p14:creationId xmlns:p14="http://schemas.microsoft.com/office/powerpoint/2010/main" val="32461320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23</a:t>
            </a:fld>
            <a:endParaRPr lang="en-US"/>
          </a:p>
        </p:txBody>
      </p:sp>
    </p:spTree>
    <p:extLst>
      <p:ext uri="{BB962C8B-B14F-4D97-AF65-F5344CB8AC3E}">
        <p14:creationId xmlns:p14="http://schemas.microsoft.com/office/powerpoint/2010/main" val="15958363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24</a:t>
            </a:fld>
            <a:endParaRPr lang="en-US"/>
          </a:p>
        </p:txBody>
      </p:sp>
    </p:spTree>
    <p:extLst>
      <p:ext uri="{BB962C8B-B14F-4D97-AF65-F5344CB8AC3E}">
        <p14:creationId xmlns:p14="http://schemas.microsoft.com/office/powerpoint/2010/main" val="41914306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25</a:t>
            </a:fld>
            <a:endParaRPr lang="en-US"/>
          </a:p>
        </p:txBody>
      </p:sp>
    </p:spTree>
    <p:extLst>
      <p:ext uri="{BB962C8B-B14F-4D97-AF65-F5344CB8AC3E}">
        <p14:creationId xmlns:p14="http://schemas.microsoft.com/office/powerpoint/2010/main" val="5207150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26</a:t>
            </a:fld>
            <a:endParaRPr lang="en-US"/>
          </a:p>
        </p:txBody>
      </p:sp>
    </p:spTree>
    <p:extLst>
      <p:ext uri="{BB962C8B-B14F-4D97-AF65-F5344CB8AC3E}">
        <p14:creationId xmlns:p14="http://schemas.microsoft.com/office/powerpoint/2010/main" val="35537762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27</a:t>
            </a:fld>
            <a:endParaRPr lang="en-US"/>
          </a:p>
        </p:txBody>
      </p:sp>
    </p:spTree>
    <p:extLst>
      <p:ext uri="{BB962C8B-B14F-4D97-AF65-F5344CB8AC3E}">
        <p14:creationId xmlns:p14="http://schemas.microsoft.com/office/powerpoint/2010/main" val="42287070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28</a:t>
            </a:fld>
            <a:endParaRPr lang="en-US"/>
          </a:p>
        </p:txBody>
      </p:sp>
    </p:spTree>
    <p:extLst>
      <p:ext uri="{BB962C8B-B14F-4D97-AF65-F5344CB8AC3E}">
        <p14:creationId xmlns:p14="http://schemas.microsoft.com/office/powerpoint/2010/main" val="24007048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29</a:t>
            </a:fld>
            <a:endParaRPr lang="en-US"/>
          </a:p>
        </p:txBody>
      </p:sp>
    </p:spTree>
    <p:extLst>
      <p:ext uri="{BB962C8B-B14F-4D97-AF65-F5344CB8AC3E}">
        <p14:creationId xmlns:p14="http://schemas.microsoft.com/office/powerpoint/2010/main" val="39185194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30</a:t>
            </a:fld>
            <a:endParaRPr lang="en-US"/>
          </a:p>
        </p:txBody>
      </p:sp>
    </p:spTree>
    <p:extLst>
      <p:ext uri="{BB962C8B-B14F-4D97-AF65-F5344CB8AC3E}">
        <p14:creationId xmlns:p14="http://schemas.microsoft.com/office/powerpoint/2010/main" val="12552590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31</a:t>
            </a:fld>
            <a:endParaRPr lang="en-US"/>
          </a:p>
        </p:txBody>
      </p:sp>
    </p:spTree>
    <p:extLst>
      <p:ext uri="{BB962C8B-B14F-4D97-AF65-F5344CB8AC3E}">
        <p14:creationId xmlns:p14="http://schemas.microsoft.com/office/powerpoint/2010/main" val="33518818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32</a:t>
            </a:fld>
            <a:endParaRPr lang="en-US"/>
          </a:p>
        </p:txBody>
      </p:sp>
    </p:spTree>
    <p:extLst>
      <p:ext uri="{BB962C8B-B14F-4D97-AF65-F5344CB8AC3E}">
        <p14:creationId xmlns:p14="http://schemas.microsoft.com/office/powerpoint/2010/main" val="26442054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33</a:t>
            </a:fld>
            <a:endParaRPr lang="en-US"/>
          </a:p>
        </p:txBody>
      </p:sp>
    </p:spTree>
    <p:extLst>
      <p:ext uri="{BB962C8B-B14F-4D97-AF65-F5344CB8AC3E}">
        <p14:creationId xmlns:p14="http://schemas.microsoft.com/office/powerpoint/2010/main" val="23542777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34</a:t>
            </a:fld>
            <a:endParaRPr lang="en-US"/>
          </a:p>
        </p:txBody>
      </p:sp>
    </p:spTree>
    <p:extLst>
      <p:ext uri="{BB962C8B-B14F-4D97-AF65-F5344CB8AC3E}">
        <p14:creationId xmlns:p14="http://schemas.microsoft.com/office/powerpoint/2010/main" val="38023668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35</a:t>
            </a:fld>
            <a:endParaRPr lang="en-US"/>
          </a:p>
        </p:txBody>
      </p:sp>
    </p:spTree>
    <p:extLst>
      <p:ext uri="{BB962C8B-B14F-4D97-AF65-F5344CB8AC3E}">
        <p14:creationId xmlns:p14="http://schemas.microsoft.com/office/powerpoint/2010/main" val="17219380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36</a:t>
            </a:fld>
            <a:endParaRPr lang="en-US"/>
          </a:p>
        </p:txBody>
      </p:sp>
    </p:spTree>
    <p:extLst>
      <p:ext uri="{BB962C8B-B14F-4D97-AF65-F5344CB8AC3E}">
        <p14:creationId xmlns:p14="http://schemas.microsoft.com/office/powerpoint/2010/main" val="304283866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37</a:t>
            </a:fld>
            <a:endParaRPr lang="en-US"/>
          </a:p>
        </p:txBody>
      </p:sp>
    </p:spTree>
    <p:extLst>
      <p:ext uri="{BB962C8B-B14F-4D97-AF65-F5344CB8AC3E}">
        <p14:creationId xmlns:p14="http://schemas.microsoft.com/office/powerpoint/2010/main" val="20719374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38</a:t>
            </a:fld>
            <a:endParaRPr lang="en-US"/>
          </a:p>
        </p:txBody>
      </p:sp>
    </p:spTree>
    <p:extLst>
      <p:ext uri="{BB962C8B-B14F-4D97-AF65-F5344CB8AC3E}">
        <p14:creationId xmlns:p14="http://schemas.microsoft.com/office/powerpoint/2010/main" val="16220312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39</a:t>
            </a:fld>
            <a:endParaRPr lang="en-US"/>
          </a:p>
        </p:txBody>
      </p:sp>
    </p:spTree>
    <p:extLst>
      <p:ext uri="{BB962C8B-B14F-4D97-AF65-F5344CB8AC3E}">
        <p14:creationId xmlns:p14="http://schemas.microsoft.com/office/powerpoint/2010/main" val="38446222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40</a:t>
            </a:fld>
            <a:endParaRPr lang="en-US"/>
          </a:p>
        </p:txBody>
      </p:sp>
    </p:spTree>
    <p:extLst>
      <p:ext uri="{BB962C8B-B14F-4D97-AF65-F5344CB8AC3E}">
        <p14:creationId xmlns:p14="http://schemas.microsoft.com/office/powerpoint/2010/main" val="25873590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41</a:t>
            </a:fld>
            <a:endParaRPr lang="en-US"/>
          </a:p>
        </p:txBody>
      </p:sp>
    </p:spTree>
    <p:extLst>
      <p:ext uri="{BB962C8B-B14F-4D97-AF65-F5344CB8AC3E}">
        <p14:creationId xmlns:p14="http://schemas.microsoft.com/office/powerpoint/2010/main" val="20852691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42</a:t>
            </a:fld>
            <a:endParaRPr lang="en-US"/>
          </a:p>
        </p:txBody>
      </p:sp>
    </p:spTree>
    <p:extLst>
      <p:ext uri="{BB962C8B-B14F-4D97-AF65-F5344CB8AC3E}">
        <p14:creationId xmlns:p14="http://schemas.microsoft.com/office/powerpoint/2010/main" val="115190883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43</a:t>
            </a:fld>
            <a:endParaRPr lang="en-US"/>
          </a:p>
        </p:txBody>
      </p:sp>
    </p:spTree>
    <p:extLst>
      <p:ext uri="{BB962C8B-B14F-4D97-AF65-F5344CB8AC3E}">
        <p14:creationId xmlns:p14="http://schemas.microsoft.com/office/powerpoint/2010/main" val="20277802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44</a:t>
            </a:fld>
            <a:endParaRPr lang="en-US"/>
          </a:p>
        </p:txBody>
      </p:sp>
    </p:spTree>
    <p:extLst>
      <p:ext uri="{BB962C8B-B14F-4D97-AF65-F5344CB8AC3E}">
        <p14:creationId xmlns:p14="http://schemas.microsoft.com/office/powerpoint/2010/main" val="41849915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45</a:t>
            </a:fld>
            <a:endParaRPr lang="en-US"/>
          </a:p>
        </p:txBody>
      </p:sp>
    </p:spTree>
    <p:extLst>
      <p:ext uri="{BB962C8B-B14F-4D97-AF65-F5344CB8AC3E}">
        <p14:creationId xmlns:p14="http://schemas.microsoft.com/office/powerpoint/2010/main" val="22752063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46</a:t>
            </a:fld>
            <a:endParaRPr lang="en-US"/>
          </a:p>
        </p:txBody>
      </p:sp>
    </p:spTree>
    <p:extLst>
      <p:ext uri="{BB962C8B-B14F-4D97-AF65-F5344CB8AC3E}">
        <p14:creationId xmlns:p14="http://schemas.microsoft.com/office/powerpoint/2010/main" val="14823239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47</a:t>
            </a:fld>
            <a:endParaRPr lang="en-US"/>
          </a:p>
        </p:txBody>
      </p:sp>
    </p:spTree>
    <p:extLst>
      <p:ext uri="{BB962C8B-B14F-4D97-AF65-F5344CB8AC3E}">
        <p14:creationId xmlns:p14="http://schemas.microsoft.com/office/powerpoint/2010/main" val="299286494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48</a:t>
            </a:fld>
            <a:endParaRPr lang="en-US"/>
          </a:p>
        </p:txBody>
      </p:sp>
    </p:spTree>
    <p:extLst>
      <p:ext uri="{BB962C8B-B14F-4D97-AF65-F5344CB8AC3E}">
        <p14:creationId xmlns:p14="http://schemas.microsoft.com/office/powerpoint/2010/main" val="42049534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49</a:t>
            </a:fld>
            <a:endParaRPr lang="en-US"/>
          </a:p>
        </p:txBody>
      </p:sp>
    </p:spTree>
    <p:extLst>
      <p:ext uri="{BB962C8B-B14F-4D97-AF65-F5344CB8AC3E}">
        <p14:creationId xmlns:p14="http://schemas.microsoft.com/office/powerpoint/2010/main" val="192709255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50</a:t>
            </a:fld>
            <a:endParaRPr lang="en-US"/>
          </a:p>
        </p:txBody>
      </p:sp>
    </p:spTree>
    <p:extLst>
      <p:ext uri="{BB962C8B-B14F-4D97-AF65-F5344CB8AC3E}">
        <p14:creationId xmlns:p14="http://schemas.microsoft.com/office/powerpoint/2010/main" val="38807963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51</a:t>
            </a:fld>
            <a:endParaRPr lang="en-US"/>
          </a:p>
        </p:txBody>
      </p:sp>
    </p:spTree>
    <p:extLst>
      <p:ext uri="{BB962C8B-B14F-4D97-AF65-F5344CB8AC3E}">
        <p14:creationId xmlns:p14="http://schemas.microsoft.com/office/powerpoint/2010/main" val="4176036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52</a:t>
            </a:fld>
            <a:endParaRPr lang="en-US"/>
          </a:p>
        </p:txBody>
      </p:sp>
    </p:spTree>
    <p:extLst>
      <p:ext uri="{BB962C8B-B14F-4D97-AF65-F5344CB8AC3E}">
        <p14:creationId xmlns:p14="http://schemas.microsoft.com/office/powerpoint/2010/main" val="332471400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53</a:t>
            </a:fld>
            <a:endParaRPr lang="en-US"/>
          </a:p>
        </p:txBody>
      </p:sp>
    </p:spTree>
    <p:extLst>
      <p:ext uri="{BB962C8B-B14F-4D97-AF65-F5344CB8AC3E}">
        <p14:creationId xmlns:p14="http://schemas.microsoft.com/office/powerpoint/2010/main" val="225709333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54</a:t>
            </a:fld>
            <a:endParaRPr lang="en-US"/>
          </a:p>
        </p:txBody>
      </p:sp>
    </p:spTree>
    <p:extLst>
      <p:ext uri="{BB962C8B-B14F-4D97-AF65-F5344CB8AC3E}">
        <p14:creationId xmlns:p14="http://schemas.microsoft.com/office/powerpoint/2010/main" val="26873286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p:sp>
      <p:sp>
        <p:nvSpPr>
          <p:cNvPr id="3" name="Plassholder for notater 2"/>
          <p:cNvSpPr>
            <a:spLocks noGrp="1"/>
          </p:cNvSpPr>
          <p:nvPr>
            <p:ph type="body" idx="1"/>
          </p:nvPr>
        </p:nvSpPr>
        <p:spPr/>
        <p:txBody>
          <a:bodyPr/>
          <a:lstStyle/>
          <a:p>
            <a:endParaRPr lang="nb-NO"/>
          </a:p>
        </p:txBody>
      </p:sp>
      <p:sp>
        <p:nvSpPr>
          <p:cNvPr id="4" name="Plassholder for lysbildenummer 3"/>
          <p:cNvSpPr>
            <a:spLocks noGrp="1"/>
          </p:cNvSpPr>
          <p:nvPr>
            <p:ph type="sldNum" sz="quarter" idx="5"/>
          </p:nvPr>
        </p:nvSpPr>
        <p:spPr/>
        <p:txBody>
          <a:bodyPr/>
          <a:lstStyle/>
          <a:p>
            <a:fld id="{EA72985F-36CD-4D87-8C89-674A558E8057}" type="slidenum">
              <a:rPr lang="en-US" smtClean="0"/>
              <a:t>55</a:t>
            </a:fld>
            <a:endParaRPr lang="en-US"/>
          </a:p>
        </p:txBody>
      </p:sp>
    </p:spTree>
    <p:extLst>
      <p:ext uri="{BB962C8B-B14F-4D97-AF65-F5344CB8AC3E}">
        <p14:creationId xmlns:p14="http://schemas.microsoft.com/office/powerpoint/2010/main" val="333507204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jp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svg"/><Relationship Id="rId7"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9.sv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image" Target="../media/image12.jp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10" Type="http://schemas.openxmlformats.org/officeDocument/2006/relationships/image" Target="../media/image9.svg"/><Relationship Id="rId4" Type="http://schemas.openxmlformats.org/officeDocument/2006/relationships/image" Target="../media/image5.svg"/><Relationship Id="rId9"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svg"/><Relationship Id="rId7" Type="http://schemas.openxmlformats.org/officeDocument/2006/relationships/image" Target="../media/image7.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1.xml"/><Relationship Id="rId4" Type="http://schemas.openxmlformats.org/officeDocument/2006/relationships/image" Target="../media/image15.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g"/><Relationship Id="rId1" Type="http://schemas.openxmlformats.org/officeDocument/2006/relationships/slideMaster" Target="../slideMasters/slideMaster1.xml"/><Relationship Id="rId4" Type="http://schemas.openxmlformats.org/officeDocument/2006/relationships/image" Target="../media/image15.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orside UiO Bilde">
    <p:bg>
      <p:bgPr>
        <a:solidFill>
          <a:schemeClr val="lt1"/>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E962FF3-951D-4441-9C7D-501471E5888D}"/>
              </a:ext>
            </a:extLst>
          </p:cNvPr>
          <p:cNvSpPr>
            <a:spLocks noGrp="1"/>
          </p:cNvSpPr>
          <p:nvPr>
            <p:ph type="pic" sz="quarter" idx="13"/>
          </p:nvPr>
        </p:nvSpPr>
        <p:spPr>
          <a:xfrm>
            <a:off x="6209880" y="0"/>
            <a:ext cx="5982120" cy="6858000"/>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txBody>
          <a:bodyPr lIns="0" tIns="0" rIns="0" bIns="0"/>
          <a:lstStyle/>
          <a:p>
            <a:r>
              <a:rPr lang="nb-NO"/>
              <a:t>Klikk på ikonet for å legge til et bilde</a:t>
            </a:r>
            <a:endParaRPr lang="en-US"/>
          </a:p>
        </p:txBody>
      </p:sp>
      <p:sp>
        <p:nvSpPr>
          <p:cNvPr id="13" name="Rectangle 12" descr="Bakgrunn">
            <a:extLst>
              <a:ext uri="{FF2B5EF4-FFF2-40B4-BE49-F238E27FC236}">
                <a16:creationId xmlns:a16="http://schemas.microsoft.com/office/drawing/2014/main" id="{CDC2DD76-E94A-435B-BDB4-D10EA8D453D9}"/>
              </a:ext>
            </a:extLst>
          </p:cNvPr>
          <p:cNvSpPr/>
          <p:nvPr userDrawn="1"/>
        </p:nvSpPr>
        <p:spPr>
          <a:xfrm>
            <a:off x="0" y="0"/>
            <a:ext cx="620988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5" name="Text Placeholder 6" descr="Logo Universitetet i oslo">
            <a:extLst>
              <a:ext uri="{FF2B5EF4-FFF2-40B4-BE49-F238E27FC236}">
                <a16:creationId xmlns:a16="http://schemas.microsoft.com/office/drawing/2014/main" id="{7AED3548-5867-47BB-8575-A83E0A9CE3B6}"/>
              </a:ext>
            </a:extLst>
          </p:cNvPr>
          <p:cNvSpPr>
            <a:spLocks noGrp="1"/>
          </p:cNvSpPr>
          <p:nvPr>
            <p:ph type="body" sz="quarter" idx="17" hasCustomPrompt="1"/>
          </p:nvPr>
        </p:nvSpPr>
        <p:spPr>
          <a:xfrm>
            <a:off x="386112" y="381854"/>
            <a:ext cx="5619582" cy="1116919"/>
          </a:xfrm>
          <a:blipFill>
            <a:blip r:embed="rId3">
              <a:extLst>
                <a:ext uri="{96DAC541-7B7A-43D3-8B79-37D633B846F1}">
                  <asvg:svgBlip xmlns:asvg="http://schemas.microsoft.com/office/drawing/2016/SVG/main" r:embed="rId4"/>
                </a:ext>
              </a:extLst>
            </a:blip>
            <a:stretch>
              <a:fillRect/>
            </a:stretch>
          </a:blipFill>
        </p:spPr>
        <p:txBody>
          <a:bodyPr/>
          <a:lstStyle>
            <a:lvl1pPr>
              <a:buNone/>
              <a:defRPr/>
            </a:lvl1pPr>
          </a:lstStyle>
          <a:p>
            <a:pPr lvl="0"/>
            <a:r>
              <a:rPr lang="nb-NO" dirty="0"/>
              <a:t> </a:t>
            </a:r>
            <a:endParaRPr lang="en-US" dirty="0"/>
          </a:p>
        </p:txBody>
      </p:sp>
      <p:sp>
        <p:nvSpPr>
          <p:cNvPr id="26" name="Title 1">
            <a:extLst>
              <a:ext uri="{FF2B5EF4-FFF2-40B4-BE49-F238E27FC236}">
                <a16:creationId xmlns:a16="http://schemas.microsoft.com/office/drawing/2014/main" id="{DC827CE2-8409-4B09-A9E5-74716A2BA2A3}"/>
              </a:ext>
            </a:extLst>
          </p:cNvPr>
          <p:cNvSpPr>
            <a:spLocks noGrp="1"/>
          </p:cNvSpPr>
          <p:nvPr>
            <p:ph type="title"/>
          </p:nvPr>
        </p:nvSpPr>
        <p:spPr>
          <a:xfrm>
            <a:off x="379038" y="3375167"/>
            <a:ext cx="5716962" cy="1547605"/>
          </a:xfrm>
        </p:spPr>
        <p:txBody>
          <a:bodyPr/>
          <a:lstStyle>
            <a:lvl1pPr>
              <a:lnSpc>
                <a:spcPct val="100000"/>
              </a:lnSpc>
              <a:defRPr sz="4500"/>
            </a:lvl1pPr>
          </a:lstStyle>
          <a:p>
            <a:r>
              <a:rPr lang="nb-NO"/>
              <a:t>Klikk for å redigere tittelstil</a:t>
            </a:r>
            <a:endParaRPr lang="en-US" dirty="0"/>
          </a:p>
        </p:txBody>
      </p:sp>
      <p:sp>
        <p:nvSpPr>
          <p:cNvPr id="31" name="Subtitle 2">
            <a:extLst>
              <a:ext uri="{FF2B5EF4-FFF2-40B4-BE49-F238E27FC236}">
                <a16:creationId xmlns:a16="http://schemas.microsoft.com/office/drawing/2014/main" id="{73782A73-0164-4D2C-BAD5-DF53C4F800E5}"/>
              </a:ext>
            </a:extLst>
          </p:cNvPr>
          <p:cNvSpPr>
            <a:spLocks noGrp="1"/>
          </p:cNvSpPr>
          <p:nvPr>
            <p:ph type="subTitle" idx="1" hasCustomPrompt="1"/>
          </p:nvPr>
        </p:nvSpPr>
        <p:spPr>
          <a:xfrm>
            <a:off x="383800" y="5199013"/>
            <a:ext cx="5716962" cy="258079"/>
          </a:xfrm>
        </p:spPr>
        <p:txBody>
          <a:bodyPr/>
          <a:lstStyle>
            <a:lvl1pPr marL="0" indent="0" algn="l">
              <a:spcBef>
                <a:spcPts val="0"/>
              </a:spcBef>
              <a:buNone/>
              <a:defRPr sz="1750"/>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b-NO" noProof="0" dirty="0"/>
              <a:t>Navn Etternavn</a:t>
            </a:r>
          </a:p>
        </p:txBody>
      </p:sp>
      <p:sp>
        <p:nvSpPr>
          <p:cNvPr id="29" name="Text Placeholder 8">
            <a:extLst>
              <a:ext uri="{FF2B5EF4-FFF2-40B4-BE49-F238E27FC236}">
                <a16:creationId xmlns:a16="http://schemas.microsoft.com/office/drawing/2014/main" id="{0C9865C8-230B-42BE-8B05-ECBF9A085ED0}"/>
              </a:ext>
            </a:extLst>
          </p:cNvPr>
          <p:cNvSpPr>
            <a:spLocks noGrp="1"/>
          </p:cNvSpPr>
          <p:nvPr>
            <p:ph type="body" sz="quarter" idx="15" hasCustomPrompt="1"/>
          </p:nvPr>
        </p:nvSpPr>
        <p:spPr>
          <a:xfrm>
            <a:off x="383800" y="5456305"/>
            <a:ext cx="5716962" cy="226283"/>
          </a:xfrm>
        </p:spPr>
        <p:txBody>
          <a:bodyPr/>
          <a:lstStyle>
            <a:lvl1pPr marL="0" indent="0">
              <a:buNone/>
              <a:defRPr sz="1750"/>
            </a:lvl1pPr>
          </a:lstStyle>
          <a:p>
            <a:pPr lvl="0"/>
            <a:r>
              <a:rPr lang="nb-NO" dirty="0"/>
              <a:t>Tittel</a:t>
            </a:r>
            <a:endParaRPr lang="en-US" dirty="0"/>
          </a:p>
        </p:txBody>
      </p:sp>
      <p:sp>
        <p:nvSpPr>
          <p:cNvPr id="30" name="Text Placeholder 8">
            <a:extLst>
              <a:ext uri="{FF2B5EF4-FFF2-40B4-BE49-F238E27FC236}">
                <a16:creationId xmlns:a16="http://schemas.microsoft.com/office/drawing/2014/main" id="{6371C43A-1652-4674-9385-53CBD3210978}"/>
              </a:ext>
            </a:extLst>
          </p:cNvPr>
          <p:cNvSpPr>
            <a:spLocks noGrp="1"/>
          </p:cNvSpPr>
          <p:nvPr>
            <p:ph type="body" sz="quarter" idx="16" hasCustomPrompt="1"/>
          </p:nvPr>
        </p:nvSpPr>
        <p:spPr>
          <a:xfrm>
            <a:off x="383800" y="5723036"/>
            <a:ext cx="5716962" cy="226283"/>
          </a:xfrm>
        </p:spPr>
        <p:txBody>
          <a:bodyPr/>
          <a:lstStyle>
            <a:lvl1pPr marL="0" indent="0">
              <a:buNone/>
              <a:defRPr sz="1750"/>
            </a:lvl1pPr>
          </a:lstStyle>
          <a:p>
            <a:pPr lvl="0"/>
            <a:r>
              <a:rPr lang="nb-NO" dirty="0"/>
              <a:t>Enhet</a:t>
            </a:r>
            <a:endParaRPr lang="en-US" dirty="0"/>
          </a:p>
        </p:txBody>
      </p:sp>
      <p:sp>
        <p:nvSpPr>
          <p:cNvPr id="28" name="Date Placeholder 3">
            <a:extLst>
              <a:ext uri="{FF2B5EF4-FFF2-40B4-BE49-F238E27FC236}">
                <a16:creationId xmlns:a16="http://schemas.microsoft.com/office/drawing/2014/main" id="{A1654625-2F9D-43A8-9B19-A1501B2C4B89}"/>
              </a:ext>
            </a:extLst>
          </p:cNvPr>
          <p:cNvSpPr>
            <a:spLocks noGrp="1"/>
          </p:cNvSpPr>
          <p:nvPr>
            <p:ph type="dt" sz="half" idx="10"/>
          </p:nvPr>
        </p:nvSpPr>
        <p:spPr>
          <a:xfrm>
            <a:off x="379038" y="6216634"/>
            <a:ext cx="5716962" cy="365125"/>
          </a:xfrm>
        </p:spPr>
        <p:txBody>
          <a:bodyPr lIns="0" tIns="0" rIns="0" bIns="0"/>
          <a:lstStyle>
            <a:lvl1pPr>
              <a:defRPr sz="1750">
                <a:solidFill>
                  <a:schemeClr val="tx1"/>
                </a:solidFill>
              </a:defRPr>
            </a:lvl1pPr>
          </a:lstStyle>
          <a:p>
            <a:endParaRPr lang="en-US" dirty="0"/>
          </a:p>
        </p:txBody>
      </p:sp>
      <p:sp>
        <p:nvSpPr>
          <p:cNvPr id="21" name="Text Placeholder 4" descr="UiO segl">
            <a:extLst>
              <a:ext uri="{FF2B5EF4-FFF2-40B4-BE49-F238E27FC236}">
                <a16:creationId xmlns:a16="http://schemas.microsoft.com/office/drawing/2014/main" id="{D397E638-588F-47C4-8318-DB30D79BCF62}"/>
              </a:ext>
            </a:extLst>
          </p:cNvPr>
          <p:cNvSpPr>
            <a:spLocks noGrp="1"/>
          </p:cNvSpPr>
          <p:nvPr>
            <p:ph type="body" sz="quarter" idx="14" hasCustomPrompt="1"/>
          </p:nvPr>
        </p:nvSpPr>
        <p:spPr>
          <a:xfrm>
            <a:off x="10785613" y="5457092"/>
            <a:ext cx="1025436" cy="1025421"/>
          </a:xfrm>
          <a:blipFill>
            <a:blip r:embed="rId5">
              <a:extLst>
                <a:ext uri="{96DAC541-7B7A-43D3-8B79-37D633B846F1}">
                  <asvg:svgBlip xmlns:asvg="http://schemas.microsoft.com/office/drawing/2016/SVG/main" r:embed="rId6"/>
                </a:ext>
              </a:extLst>
            </a:blip>
            <a:stretch>
              <a:fillRect/>
            </a:stretch>
          </a:blipFill>
        </p:spPr>
        <p:txBody>
          <a:bodyPr/>
          <a:lstStyle>
            <a:lvl1pPr>
              <a:buNone/>
              <a:defRPr sz="100"/>
            </a:lvl1pPr>
          </a:lstStyle>
          <a:p>
            <a:pPr lvl="0"/>
            <a:r>
              <a:rPr lang="nb-NO" dirty="0"/>
              <a:t> </a:t>
            </a:r>
            <a:endParaRPr lang="en-US" dirty="0"/>
          </a:p>
        </p:txBody>
      </p:sp>
      <p:sp>
        <p:nvSpPr>
          <p:cNvPr id="14" name="addin_colorbox" hidden="1">
            <a:extLst>
              <a:ext uri="{FF2B5EF4-FFF2-40B4-BE49-F238E27FC236}">
                <a16:creationId xmlns:a16="http://schemas.microsoft.com/office/drawing/2014/main" id="{B34046E2-E0A0-4315-9411-04EBA19D54DA}"/>
              </a:ext>
            </a:extLst>
          </p:cNvPr>
          <p:cNvSpPr/>
          <p:nvPr userDrawn="1"/>
        </p:nvSpPr>
        <p:spPr>
          <a:xfrm>
            <a:off x="486187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addin_colorbox</a:t>
            </a:r>
            <a:endParaRPr lang="nb-NO" dirty="0"/>
          </a:p>
        </p:txBody>
      </p:sp>
      <p:sp>
        <p:nvSpPr>
          <p:cNvPr id="16" name="addin_title" hidden="1">
            <a:extLst>
              <a:ext uri="{FF2B5EF4-FFF2-40B4-BE49-F238E27FC236}">
                <a16:creationId xmlns:a16="http://schemas.microsoft.com/office/drawing/2014/main" id="{EB9E8B29-78FF-422D-B648-7D4F0D403082}"/>
              </a:ext>
            </a:extLst>
          </p:cNvPr>
          <p:cNvSpPr/>
          <p:nvPr userDrawn="1"/>
        </p:nvSpPr>
        <p:spPr>
          <a:xfrm>
            <a:off x="972374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addin_title</a:t>
            </a:r>
            <a:endParaRPr lang="nb-NO" dirty="0"/>
          </a:p>
        </p:txBody>
      </p:sp>
      <p:sp>
        <p:nvSpPr>
          <p:cNvPr id="17" name="addin_text" hidden="1">
            <a:extLst>
              <a:ext uri="{FF2B5EF4-FFF2-40B4-BE49-F238E27FC236}">
                <a16:creationId xmlns:a16="http://schemas.microsoft.com/office/drawing/2014/main" id="{918F58FB-9B03-413E-989C-AE087C74A791}"/>
              </a:ext>
            </a:extLst>
          </p:cNvPr>
          <p:cNvSpPr/>
          <p:nvPr userDrawn="1"/>
        </p:nvSpPr>
        <p:spPr>
          <a:xfrm>
            <a:off x="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addin_text</a:t>
            </a:r>
            <a:endParaRPr lang="nb-NO" dirty="0"/>
          </a:p>
        </p:txBody>
      </p:sp>
      <p:sp>
        <p:nvSpPr>
          <p:cNvPr id="18" name="addin_image" hidden="1">
            <a:extLst>
              <a:ext uri="{FF2B5EF4-FFF2-40B4-BE49-F238E27FC236}">
                <a16:creationId xmlns:a16="http://schemas.microsoft.com/office/drawing/2014/main" id="{916BC30A-E2A3-4BB3-8175-D14FBA97BB4A}"/>
              </a:ext>
            </a:extLst>
          </p:cNvPr>
          <p:cNvSpPr/>
          <p:nvPr userDrawn="1"/>
        </p:nvSpPr>
        <p:spPr>
          <a:xfrm>
            <a:off x="2505076"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addin_image</a:t>
            </a:r>
            <a:endParaRPr lang="nb-NO" dirty="0"/>
          </a:p>
        </p:txBody>
      </p:sp>
      <p:sp>
        <p:nvSpPr>
          <p:cNvPr id="19" name="addin_grouplist" hidden="1">
            <a:extLst>
              <a:ext uri="{FF2B5EF4-FFF2-40B4-BE49-F238E27FC236}">
                <a16:creationId xmlns:a16="http://schemas.microsoft.com/office/drawing/2014/main" id="{189797EA-4203-48ED-9B9C-9481B1311A52}"/>
              </a:ext>
            </a:extLst>
          </p:cNvPr>
          <p:cNvSpPr/>
          <p:nvPr userDrawn="1"/>
        </p:nvSpPr>
        <p:spPr>
          <a:xfrm>
            <a:off x="4973338"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kern="1200" dirty="0" err="1">
                <a:solidFill>
                  <a:schemeClr val="lt1"/>
                </a:solidFill>
                <a:latin typeface="+mn-lt"/>
                <a:ea typeface="+mn-ea"/>
                <a:cs typeface="+mn-cs"/>
              </a:rPr>
              <a:t>SkiftBakgrunnGroup</a:t>
            </a:r>
            <a:endParaRPr lang="nb-NO" dirty="0"/>
          </a:p>
        </p:txBody>
      </p:sp>
      <p:sp>
        <p:nvSpPr>
          <p:cNvPr id="20" name="addin_logo" hidden="1">
            <a:extLst>
              <a:ext uri="{FF2B5EF4-FFF2-40B4-BE49-F238E27FC236}">
                <a16:creationId xmlns:a16="http://schemas.microsoft.com/office/drawing/2014/main" id="{D3C84601-A4D0-4B48-876F-9DC17367A2A1}"/>
              </a:ext>
            </a:extLst>
          </p:cNvPr>
          <p:cNvSpPr/>
          <p:nvPr userDrawn="1"/>
        </p:nvSpPr>
        <p:spPr>
          <a:xfrm>
            <a:off x="744160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addin_logo</a:t>
            </a:r>
            <a:endParaRPr lang="nb-NO" dirty="0"/>
          </a:p>
        </p:txBody>
      </p:sp>
      <p:pic>
        <p:nvPicPr>
          <p:cNvPr id="22" name="logo_hvit" descr="UiO Segl" hidden="1">
            <a:extLst>
              <a:ext uri="{FF2B5EF4-FFF2-40B4-BE49-F238E27FC236}">
                <a16:creationId xmlns:a16="http://schemas.microsoft.com/office/drawing/2014/main" id="{9312E79A-63CD-41D4-8EA6-B9BD7EBEEA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785613" y="5457092"/>
            <a:ext cx="1025436" cy="1025436"/>
          </a:xfrm>
          <a:prstGeom prst="rect">
            <a:avLst/>
          </a:prstGeom>
        </p:spPr>
      </p:pic>
      <p:pic>
        <p:nvPicPr>
          <p:cNvPr id="23" name="logo_sort" descr="UiO Segl" hidden="1">
            <a:extLst>
              <a:ext uri="{FF2B5EF4-FFF2-40B4-BE49-F238E27FC236}">
                <a16:creationId xmlns:a16="http://schemas.microsoft.com/office/drawing/2014/main" id="{CCD2A0AF-6987-472B-AB0A-FE4E51B298B4}"/>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785614" y="5457093"/>
            <a:ext cx="1025421" cy="1025421"/>
          </a:xfrm>
          <a:prstGeom prst="rect">
            <a:avLst/>
          </a:prstGeom>
        </p:spPr>
      </p:pic>
      <p:sp>
        <p:nvSpPr>
          <p:cNvPr id="24" name="addin_colorlist" hidden="1">
            <a:extLst>
              <a:ext uri="{FF2B5EF4-FFF2-40B4-BE49-F238E27FC236}">
                <a16:creationId xmlns:a16="http://schemas.microsoft.com/office/drawing/2014/main" id="{FD548E61-D022-4178-8722-46839AB856D2}"/>
              </a:ext>
            </a:extLst>
          </p:cNvPr>
          <p:cNvSpPr/>
          <p:nvPr userDrawn="1"/>
        </p:nvSpPr>
        <p:spPr>
          <a:xfrm>
            <a:off x="152400" y="-1314178"/>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a:t>halv1, halv2, halv3, halv4, halv5, halv6, halv7, halv8</a:t>
            </a:r>
          </a:p>
        </p:txBody>
      </p:sp>
    </p:spTree>
    <p:extLst>
      <p:ext uri="{BB962C8B-B14F-4D97-AF65-F5344CB8AC3E}">
        <p14:creationId xmlns:p14="http://schemas.microsoft.com/office/powerpoint/2010/main" val="2955469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rside UiO Farge/Innhold">
    <p:spTree>
      <p:nvGrpSpPr>
        <p:cNvPr id="1" name=""/>
        <p:cNvGrpSpPr/>
        <p:nvPr/>
      </p:nvGrpSpPr>
      <p:grpSpPr>
        <a:xfrm>
          <a:off x="0" y="0"/>
          <a:ext cx="0" cy="0"/>
          <a:chOff x="0" y="0"/>
          <a:chExt cx="0" cy="0"/>
        </a:xfrm>
      </p:grpSpPr>
      <p:sp>
        <p:nvSpPr>
          <p:cNvPr id="36" name="Text Placeholder 2" descr="Bakgrunn">
            <a:extLst>
              <a:ext uri="{FF2B5EF4-FFF2-40B4-BE49-F238E27FC236}">
                <a16:creationId xmlns:a16="http://schemas.microsoft.com/office/drawing/2014/main" id="{80CF6147-1B60-436B-ABD0-E426D3DDF3EE}"/>
              </a:ext>
            </a:extLst>
          </p:cNvPr>
          <p:cNvSpPr>
            <a:spLocks noGrp="1"/>
          </p:cNvSpPr>
          <p:nvPr>
            <p:ph type="body" sz="quarter" idx="18" hasCustomPrompt="1"/>
          </p:nvPr>
        </p:nvSpPr>
        <p:spPr>
          <a:xfrm>
            <a:off x="6214641" y="0"/>
            <a:ext cx="5973955" cy="6858000"/>
          </a:xfrm>
          <a:solidFill>
            <a:schemeClr val="accent1"/>
          </a:solidFill>
        </p:spPr>
        <p:txBody>
          <a:bodyPr/>
          <a:lstStyle>
            <a:lvl1pPr marL="0" indent="0">
              <a:buNone/>
              <a:defRPr sz="200">
                <a:solidFill>
                  <a:srgbClr val="010000"/>
                </a:solidFill>
              </a:defRPr>
            </a:lvl1pPr>
          </a:lstStyle>
          <a:p>
            <a:pPr lvl="0"/>
            <a:r>
              <a:rPr lang="en-US" dirty="0"/>
              <a:t> </a:t>
            </a:r>
          </a:p>
        </p:txBody>
      </p:sp>
      <p:sp>
        <p:nvSpPr>
          <p:cNvPr id="14" name="Content Placeholder 17">
            <a:extLst>
              <a:ext uri="{FF2B5EF4-FFF2-40B4-BE49-F238E27FC236}">
                <a16:creationId xmlns:a16="http://schemas.microsoft.com/office/drawing/2014/main" id="{F839063B-4438-46C0-A11A-618196F76696}"/>
              </a:ext>
            </a:extLst>
          </p:cNvPr>
          <p:cNvSpPr>
            <a:spLocks noGrp="1"/>
          </p:cNvSpPr>
          <p:nvPr>
            <p:ph sz="quarter" idx="12" hasCustomPrompt="1"/>
          </p:nvPr>
        </p:nvSpPr>
        <p:spPr>
          <a:xfrm>
            <a:off x="6209880" y="0"/>
            <a:ext cx="5982120" cy="6858000"/>
          </a:xfrm>
          <a:prstGeom prst="rect">
            <a:avLst/>
          </a:prstGeom>
          <a:noFill/>
        </p:spPr>
        <p:txBody>
          <a:bodyPr lIns="0" tIns="0" rIns="0" bIns="0"/>
          <a:lstStyle>
            <a:lvl1pPr>
              <a:buNone/>
              <a:defRPr/>
            </a:lvl1pPr>
          </a:lstStyle>
          <a:p>
            <a:pPr lvl="0"/>
            <a:r>
              <a:rPr lang="nb-NO" dirty="0"/>
              <a:t> </a:t>
            </a:r>
            <a:endParaRPr lang="en-US" dirty="0"/>
          </a:p>
        </p:txBody>
      </p:sp>
      <p:sp>
        <p:nvSpPr>
          <p:cNvPr id="20" name="Text Placeholder 6" descr="Logo Universitetet i oslo">
            <a:extLst>
              <a:ext uri="{FF2B5EF4-FFF2-40B4-BE49-F238E27FC236}">
                <a16:creationId xmlns:a16="http://schemas.microsoft.com/office/drawing/2014/main" id="{36E824D8-5207-4DF5-BD9E-C1307AD980A6}"/>
              </a:ext>
            </a:extLst>
          </p:cNvPr>
          <p:cNvSpPr>
            <a:spLocks noGrp="1"/>
          </p:cNvSpPr>
          <p:nvPr>
            <p:ph type="body" sz="quarter" idx="19" hasCustomPrompt="1"/>
          </p:nvPr>
        </p:nvSpPr>
        <p:spPr>
          <a:xfrm>
            <a:off x="386112" y="381854"/>
            <a:ext cx="5619582" cy="1116919"/>
          </a:xfrm>
          <a:blipFill>
            <a:blip r:embed="rId2">
              <a:extLst>
                <a:ext uri="{96DAC541-7B7A-43D3-8B79-37D633B846F1}">
                  <asvg:svgBlip xmlns:asvg="http://schemas.microsoft.com/office/drawing/2016/SVG/main" r:embed="rId3"/>
                </a:ext>
              </a:extLst>
            </a:blip>
            <a:stretch>
              <a:fillRect/>
            </a:stretch>
          </a:blipFill>
        </p:spPr>
        <p:txBody>
          <a:bodyPr/>
          <a:lstStyle>
            <a:lvl1pPr>
              <a:buNone/>
              <a:defRPr/>
            </a:lvl1pPr>
          </a:lstStyle>
          <a:p>
            <a:pPr lvl="0"/>
            <a:r>
              <a:rPr lang="nb-NO" dirty="0"/>
              <a:t> </a:t>
            </a:r>
            <a:endParaRPr lang="en-US" dirty="0"/>
          </a:p>
        </p:txBody>
      </p:sp>
      <p:sp>
        <p:nvSpPr>
          <p:cNvPr id="2" name="Title 1">
            <a:extLst>
              <a:ext uri="{FF2B5EF4-FFF2-40B4-BE49-F238E27FC236}">
                <a16:creationId xmlns:a16="http://schemas.microsoft.com/office/drawing/2014/main" id="{A069DA1E-EAF3-4579-9C13-A3B45E22F683}"/>
              </a:ext>
            </a:extLst>
          </p:cNvPr>
          <p:cNvSpPr>
            <a:spLocks noGrp="1"/>
          </p:cNvSpPr>
          <p:nvPr>
            <p:ph type="title"/>
          </p:nvPr>
        </p:nvSpPr>
        <p:spPr>
          <a:xfrm>
            <a:off x="379038" y="3375167"/>
            <a:ext cx="5716962" cy="1547605"/>
          </a:xfrm>
        </p:spPr>
        <p:txBody>
          <a:bodyPr/>
          <a:lstStyle>
            <a:lvl1pPr>
              <a:lnSpc>
                <a:spcPct val="100000"/>
              </a:lnSpc>
              <a:defRPr sz="4500"/>
            </a:lvl1pPr>
          </a:lstStyle>
          <a:p>
            <a:r>
              <a:rPr lang="nb-NO"/>
              <a:t>Klikk for å redigere tittelstil</a:t>
            </a:r>
            <a:endParaRPr lang="en-US" dirty="0"/>
          </a:p>
        </p:txBody>
      </p:sp>
      <p:sp>
        <p:nvSpPr>
          <p:cNvPr id="24" name="Subtitle 2">
            <a:extLst>
              <a:ext uri="{FF2B5EF4-FFF2-40B4-BE49-F238E27FC236}">
                <a16:creationId xmlns:a16="http://schemas.microsoft.com/office/drawing/2014/main" id="{502EFC6A-E5AE-4CDD-893A-8151185CCF90}"/>
              </a:ext>
            </a:extLst>
          </p:cNvPr>
          <p:cNvSpPr>
            <a:spLocks noGrp="1"/>
          </p:cNvSpPr>
          <p:nvPr>
            <p:ph type="subTitle" idx="1" hasCustomPrompt="1"/>
          </p:nvPr>
        </p:nvSpPr>
        <p:spPr>
          <a:xfrm>
            <a:off x="383800" y="5199013"/>
            <a:ext cx="5716962" cy="258079"/>
          </a:xfrm>
        </p:spPr>
        <p:txBody>
          <a:bodyPr/>
          <a:lstStyle>
            <a:lvl1pPr marL="0" indent="0" algn="l">
              <a:spcBef>
                <a:spcPts val="0"/>
              </a:spcBef>
              <a:buNone/>
              <a:defRPr sz="1750"/>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b-NO" noProof="0" dirty="0"/>
              <a:t>Navn Etternavn</a:t>
            </a:r>
          </a:p>
        </p:txBody>
      </p:sp>
      <p:sp>
        <p:nvSpPr>
          <p:cNvPr id="22" name="Text Placeholder 8">
            <a:extLst>
              <a:ext uri="{FF2B5EF4-FFF2-40B4-BE49-F238E27FC236}">
                <a16:creationId xmlns:a16="http://schemas.microsoft.com/office/drawing/2014/main" id="{38E5FEA3-8D79-4D56-9664-2703F65E1EC0}"/>
              </a:ext>
            </a:extLst>
          </p:cNvPr>
          <p:cNvSpPr>
            <a:spLocks noGrp="1"/>
          </p:cNvSpPr>
          <p:nvPr>
            <p:ph type="body" sz="quarter" idx="15" hasCustomPrompt="1"/>
          </p:nvPr>
        </p:nvSpPr>
        <p:spPr>
          <a:xfrm>
            <a:off x="383800" y="5456305"/>
            <a:ext cx="5716962" cy="226283"/>
          </a:xfrm>
        </p:spPr>
        <p:txBody>
          <a:bodyPr/>
          <a:lstStyle>
            <a:lvl1pPr marL="0" indent="0">
              <a:buNone/>
              <a:defRPr sz="1750"/>
            </a:lvl1pPr>
          </a:lstStyle>
          <a:p>
            <a:pPr lvl="0"/>
            <a:r>
              <a:rPr lang="nb-NO" dirty="0"/>
              <a:t>Tittel</a:t>
            </a:r>
            <a:endParaRPr lang="en-US" dirty="0"/>
          </a:p>
        </p:txBody>
      </p:sp>
      <p:sp>
        <p:nvSpPr>
          <p:cNvPr id="23" name="Text Placeholder 8">
            <a:extLst>
              <a:ext uri="{FF2B5EF4-FFF2-40B4-BE49-F238E27FC236}">
                <a16:creationId xmlns:a16="http://schemas.microsoft.com/office/drawing/2014/main" id="{74BFEE26-19F8-420D-B230-46123EBE4C12}"/>
              </a:ext>
            </a:extLst>
          </p:cNvPr>
          <p:cNvSpPr>
            <a:spLocks noGrp="1"/>
          </p:cNvSpPr>
          <p:nvPr>
            <p:ph type="body" sz="quarter" idx="16" hasCustomPrompt="1"/>
          </p:nvPr>
        </p:nvSpPr>
        <p:spPr>
          <a:xfrm>
            <a:off x="383800" y="5723036"/>
            <a:ext cx="5716962" cy="226283"/>
          </a:xfrm>
        </p:spPr>
        <p:txBody>
          <a:bodyPr/>
          <a:lstStyle>
            <a:lvl1pPr marL="0" indent="0">
              <a:buNone/>
              <a:defRPr sz="1750"/>
            </a:lvl1pPr>
          </a:lstStyle>
          <a:p>
            <a:pPr lvl="0"/>
            <a:r>
              <a:rPr lang="nb-NO" dirty="0"/>
              <a:t>Enhet</a:t>
            </a:r>
            <a:endParaRPr lang="en-US" dirty="0"/>
          </a:p>
        </p:txBody>
      </p:sp>
      <p:sp>
        <p:nvSpPr>
          <p:cNvPr id="21" name="Date Placeholder 3">
            <a:extLst>
              <a:ext uri="{FF2B5EF4-FFF2-40B4-BE49-F238E27FC236}">
                <a16:creationId xmlns:a16="http://schemas.microsoft.com/office/drawing/2014/main" id="{F7CD78E4-773D-43A0-AF45-F06FF64BD1C9}"/>
              </a:ext>
            </a:extLst>
          </p:cNvPr>
          <p:cNvSpPr>
            <a:spLocks noGrp="1"/>
          </p:cNvSpPr>
          <p:nvPr>
            <p:ph type="dt" sz="half" idx="10"/>
          </p:nvPr>
        </p:nvSpPr>
        <p:spPr>
          <a:xfrm>
            <a:off x="379038" y="6216634"/>
            <a:ext cx="5716962" cy="365125"/>
          </a:xfrm>
        </p:spPr>
        <p:txBody>
          <a:bodyPr lIns="0" tIns="0" rIns="0" bIns="0"/>
          <a:lstStyle>
            <a:lvl1pPr>
              <a:defRPr sz="1750">
                <a:solidFill>
                  <a:schemeClr val="tx1"/>
                </a:solidFill>
              </a:defRPr>
            </a:lvl1pPr>
          </a:lstStyle>
          <a:p>
            <a:endParaRPr lang="en-US" dirty="0"/>
          </a:p>
        </p:txBody>
      </p:sp>
      <p:sp>
        <p:nvSpPr>
          <p:cNvPr id="35" name="Text Placeholder 4" descr="UiO segl">
            <a:extLst>
              <a:ext uri="{FF2B5EF4-FFF2-40B4-BE49-F238E27FC236}">
                <a16:creationId xmlns:a16="http://schemas.microsoft.com/office/drawing/2014/main" id="{F9A19FD8-51AB-4838-9B3F-0C4ED0CDF7B7}"/>
              </a:ext>
            </a:extLst>
          </p:cNvPr>
          <p:cNvSpPr>
            <a:spLocks noGrp="1"/>
          </p:cNvSpPr>
          <p:nvPr>
            <p:ph type="body" sz="quarter" idx="14" hasCustomPrompt="1"/>
          </p:nvPr>
        </p:nvSpPr>
        <p:spPr>
          <a:xfrm>
            <a:off x="10785613" y="5457092"/>
            <a:ext cx="1025436" cy="1025421"/>
          </a:xfrm>
          <a:blipFill>
            <a:blip r:embed="rId4">
              <a:extLst>
                <a:ext uri="{96DAC541-7B7A-43D3-8B79-37D633B846F1}">
                  <asvg:svgBlip xmlns:asvg="http://schemas.microsoft.com/office/drawing/2016/SVG/main" r:embed="rId5"/>
                </a:ext>
              </a:extLst>
            </a:blip>
            <a:stretch>
              <a:fillRect/>
            </a:stretch>
          </a:blipFill>
        </p:spPr>
        <p:txBody>
          <a:bodyPr/>
          <a:lstStyle>
            <a:lvl1pPr>
              <a:buNone/>
              <a:defRPr sz="100"/>
            </a:lvl1pPr>
          </a:lstStyle>
          <a:p>
            <a:pPr lvl="0"/>
            <a:r>
              <a:rPr lang="nb-NO" dirty="0"/>
              <a:t> </a:t>
            </a:r>
            <a:endParaRPr lang="en-US" dirty="0"/>
          </a:p>
        </p:txBody>
      </p:sp>
      <p:sp>
        <p:nvSpPr>
          <p:cNvPr id="26" name="addin_colorlist" hidden="1">
            <a:extLst>
              <a:ext uri="{FF2B5EF4-FFF2-40B4-BE49-F238E27FC236}">
                <a16:creationId xmlns:a16="http://schemas.microsoft.com/office/drawing/2014/main" id="{9C89DC5C-C295-4993-8094-F0B8D6618A6F}"/>
              </a:ext>
            </a:extLst>
          </p:cNvPr>
          <p:cNvSpPr/>
          <p:nvPr userDrawn="1"/>
        </p:nvSpPr>
        <p:spPr>
          <a:xfrm>
            <a:off x="0" y="-1466578"/>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a:t>halv1, halv2, halv3, halv4, halv5, halv6, halv7, halv8</a:t>
            </a:r>
          </a:p>
        </p:txBody>
      </p:sp>
      <p:sp>
        <p:nvSpPr>
          <p:cNvPr id="27" name="addin_colorbox" hidden="1">
            <a:extLst>
              <a:ext uri="{FF2B5EF4-FFF2-40B4-BE49-F238E27FC236}">
                <a16:creationId xmlns:a16="http://schemas.microsoft.com/office/drawing/2014/main" id="{2CC73354-08EE-44A2-AB48-A462E1508E46}"/>
              </a:ext>
            </a:extLst>
          </p:cNvPr>
          <p:cNvSpPr/>
          <p:nvPr userDrawn="1"/>
        </p:nvSpPr>
        <p:spPr>
          <a:xfrm>
            <a:off x="486187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addin_colorbox</a:t>
            </a:r>
            <a:endParaRPr lang="nb-NO" dirty="0"/>
          </a:p>
        </p:txBody>
      </p:sp>
      <p:sp>
        <p:nvSpPr>
          <p:cNvPr id="28" name="addin_title" hidden="1">
            <a:extLst>
              <a:ext uri="{FF2B5EF4-FFF2-40B4-BE49-F238E27FC236}">
                <a16:creationId xmlns:a16="http://schemas.microsoft.com/office/drawing/2014/main" id="{26C6DF9C-269B-4A64-898A-65E2DB4E1958}"/>
              </a:ext>
            </a:extLst>
          </p:cNvPr>
          <p:cNvSpPr/>
          <p:nvPr userDrawn="1"/>
        </p:nvSpPr>
        <p:spPr>
          <a:xfrm>
            <a:off x="972374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addin_title</a:t>
            </a:r>
            <a:endParaRPr lang="nb-NO" dirty="0"/>
          </a:p>
        </p:txBody>
      </p:sp>
      <p:sp>
        <p:nvSpPr>
          <p:cNvPr id="29" name="addin_text" hidden="1">
            <a:extLst>
              <a:ext uri="{FF2B5EF4-FFF2-40B4-BE49-F238E27FC236}">
                <a16:creationId xmlns:a16="http://schemas.microsoft.com/office/drawing/2014/main" id="{DEF32610-8099-45EC-A831-EA132BB98DEB}"/>
              </a:ext>
            </a:extLst>
          </p:cNvPr>
          <p:cNvSpPr/>
          <p:nvPr userDrawn="1"/>
        </p:nvSpPr>
        <p:spPr>
          <a:xfrm>
            <a:off x="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addin_text</a:t>
            </a:r>
            <a:endParaRPr lang="nb-NO" dirty="0"/>
          </a:p>
        </p:txBody>
      </p:sp>
      <p:sp>
        <p:nvSpPr>
          <p:cNvPr id="30" name="addin_image" hidden="1">
            <a:extLst>
              <a:ext uri="{FF2B5EF4-FFF2-40B4-BE49-F238E27FC236}">
                <a16:creationId xmlns:a16="http://schemas.microsoft.com/office/drawing/2014/main" id="{FCBF301A-51A4-47F6-A13E-EA0C05B57077}"/>
              </a:ext>
            </a:extLst>
          </p:cNvPr>
          <p:cNvSpPr/>
          <p:nvPr userDrawn="1"/>
        </p:nvSpPr>
        <p:spPr>
          <a:xfrm>
            <a:off x="2505076"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addin_image</a:t>
            </a:r>
            <a:endParaRPr lang="nb-NO" dirty="0"/>
          </a:p>
        </p:txBody>
      </p:sp>
      <p:sp>
        <p:nvSpPr>
          <p:cNvPr id="31" name="addin_grouplist" hidden="1">
            <a:extLst>
              <a:ext uri="{FF2B5EF4-FFF2-40B4-BE49-F238E27FC236}">
                <a16:creationId xmlns:a16="http://schemas.microsoft.com/office/drawing/2014/main" id="{31339D77-A008-41C5-8746-5E52634CF5F3}"/>
              </a:ext>
            </a:extLst>
          </p:cNvPr>
          <p:cNvSpPr/>
          <p:nvPr userDrawn="1"/>
        </p:nvSpPr>
        <p:spPr>
          <a:xfrm>
            <a:off x="4973338"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kern="1200" dirty="0" err="1">
                <a:solidFill>
                  <a:schemeClr val="lt1"/>
                </a:solidFill>
                <a:latin typeface="+mn-lt"/>
                <a:ea typeface="+mn-ea"/>
                <a:cs typeface="+mn-cs"/>
              </a:rPr>
              <a:t>SkiftBakgrunnGroup</a:t>
            </a:r>
            <a:endParaRPr lang="nb-NO" dirty="0"/>
          </a:p>
        </p:txBody>
      </p:sp>
      <p:sp>
        <p:nvSpPr>
          <p:cNvPr id="32" name="addin_logo" hidden="1">
            <a:extLst>
              <a:ext uri="{FF2B5EF4-FFF2-40B4-BE49-F238E27FC236}">
                <a16:creationId xmlns:a16="http://schemas.microsoft.com/office/drawing/2014/main" id="{826D203C-01F5-46E6-8CA5-6E8C2BD43803}"/>
              </a:ext>
            </a:extLst>
          </p:cNvPr>
          <p:cNvSpPr/>
          <p:nvPr userDrawn="1"/>
        </p:nvSpPr>
        <p:spPr>
          <a:xfrm>
            <a:off x="744160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addin_logo</a:t>
            </a:r>
            <a:endParaRPr lang="nb-NO" dirty="0"/>
          </a:p>
        </p:txBody>
      </p:sp>
      <p:pic>
        <p:nvPicPr>
          <p:cNvPr id="33" name="logo_hvit" descr="UiO Segl" hidden="1">
            <a:extLst>
              <a:ext uri="{FF2B5EF4-FFF2-40B4-BE49-F238E27FC236}">
                <a16:creationId xmlns:a16="http://schemas.microsoft.com/office/drawing/2014/main" id="{D427F631-71AD-40A0-9DBF-5B89C6D6AF8F}"/>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785613" y="5457092"/>
            <a:ext cx="1025436" cy="1025436"/>
          </a:xfrm>
          <a:prstGeom prst="rect">
            <a:avLst/>
          </a:prstGeom>
        </p:spPr>
      </p:pic>
      <p:pic>
        <p:nvPicPr>
          <p:cNvPr id="34" name="logo_sort" descr="UiO Segl" hidden="1">
            <a:extLst>
              <a:ext uri="{FF2B5EF4-FFF2-40B4-BE49-F238E27FC236}">
                <a16:creationId xmlns:a16="http://schemas.microsoft.com/office/drawing/2014/main" id="{79A0A5BE-15A5-45D3-AAD4-DA46706180E2}"/>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0785614" y="5457093"/>
            <a:ext cx="1025421" cy="1025421"/>
          </a:xfrm>
          <a:prstGeom prst="rect">
            <a:avLst/>
          </a:prstGeom>
        </p:spPr>
      </p:pic>
    </p:spTree>
    <p:extLst>
      <p:ext uri="{BB962C8B-B14F-4D97-AF65-F5344CB8AC3E}">
        <p14:creationId xmlns:p14="http://schemas.microsoft.com/office/powerpoint/2010/main" val="510009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rside UiO Fullbredde Bilde">
    <p:bg>
      <p:bgPr>
        <a:solidFill>
          <a:schemeClr val="lt1"/>
        </a:solidFill>
        <a:effectLst/>
      </p:bgPr>
    </p:bg>
    <p:spTree>
      <p:nvGrpSpPr>
        <p:cNvPr id="1" name=""/>
        <p:cNvGrpSpPr/>
        <p:nvPr/>
      </p:nvGrpSpPr>
      <p:grpSpPr>
        <a:xfrm>
          <a:off x="0" y="0"/>
          <a:ext cx="0" cy="0"/>
          <a:chOff x="0" y="0"/>
          <a:chExt cx="0" cy="0"/>
        </a:xfrm>
      </p:grpSpPr>
      <p:sp>
        <p:nvSpPr>
          <p:cNvPr id="36" name="Text Placeholder 2" descr="Bakgrunn">
            <a:extLst>
              <a:ext uri="{FF2B5EF4-FFF2-40B4-BE49-F238E27FC236}">
                <a16:creationId xmlns:a16="http://schemas.microsoft.com/office/drawing/2014/main" id="{659A8DBD-BD7A-4EDC-B67F-D66D4E02E6CF}"/>
              </a:ext>
            </a:extLst>
          </p:cNvPr>
          <p:cNvSpPr>
            <a:spLocks noGrp="1"/>
          </p:cNvSpPr>
          <p:nvPr>
            <p:ph type="body" sz="quarter" idx="18" hasCustomPrompt="1"/>
          </p:nvPr>
        </p:nvSpPr>
        <p:spPr>
          <a:xfrm>
            <a:off x="1845483" y="12355"/>
            <a:ext cx="10343114" cy="6833287"/>
          </a:xfrm>
          <a:solidFill>
            <a:schemeClr val="accent4"/>
          </a:solidFill>
        </p:spPr>
        <p:txBody>
          <a:bodyPr/>
          <a:lstStyle>
            <a:lvl1pPr marL="0" indent="0">
              <a:buNone/>
              <a:defRPr sz="200">
                <a:solidFill>
                  <a:srgbClr val="010000"/>
                </a:solidFill>
              </a:defRPr>
            </a:lvl1pPr>
          </a:lstStyle>
          <a:p>
            <a:pPr lvl="0"/>
            <a:r>
              <a:rPr lang="en-US" dirty="0"/>
              <a:t> </a:t>
            </a:r>
          </a:p>
        </p:txBody>
      </p:sp>
      <p:sp>
        <p:nvSpPr>
          <p:cNvPr id="3" name="Picture Placeholder 2">
            <a:extLst>
              <a:ext uri="{FF2B5EF4-FFF2-40B4-BE49-F238E27FC236}">
                <a16:creationId xmlns:a16="http://schemas.microsoft.com/office/drawing/2014/main" id="{2B8534B2-2B3C-45E4-A5C6-20DB83FC5B61}"/>
              </a:ext>
            </a:extLst>
          </p:cNvPr>
          <p:cNvSpPr>
            <a:spLocks noGrp="1"/>
          </p:cNvSpPr>
          <p:nvPr>
            <p:ph type="pic" sz="quarter" idx="22"/>
          </p:nvPr>
        </p:nvSpPr>
        <p:spPr>
          <a:xfrm>
            <a:off x="1846263" y="12356"/>
            <a:ext cx="10345737" cy="6832943"/>
          </a:xfrm>
          <a:blipFill dpi="0" rotWithShape="1">
            <a:blip r:embed="rId2">
              <a:extLst>
                <a:ext uri="{28A0092B-C50C-407E-A947-70E740481C1C}">
                  <a14:useLocalDpi xmlns:a14="http://schemas.microsoft.com/office/drawing/2010/main" val="0"/>
                </a:ext>
              </a:extLst>
            </a:blip>
            <a:srcRect/>
            <a:stretch>
              <a:fillRect/>
            </a:stretch>
          </a:blipFill>
        </p:spPr>
        <p:txBody>
          <a:bodyPr/>
          <a:lstStyle/>
          <a:p>
            <a:r>
              <a:rPr lang="nb-NO"/>
              <a:t>Klikk på ikonet for å legge til et bilde</a:t>
            </a:r>
            <a:endParaRPr lang="en-US"/>
          </a:p>
        </p:txBody>
      </p:sp>
      <p:sp>
        <p:nvSpPr>
          <p:cNvPr id="13" name="Rectangle 12" descr="Bakgrunn">
            <a:extLst>
              <a:ext uri="{FF2B5EF4-FFF2-40B4-BE49-F238E27FC236}">
                <a16:creationId xmlns:a16="http://schemas.microsoft.com/office/drawing/2014/main" id="{CDC2DD76-E94A-435B-BDB4-D10EA8D453D9}"/>
              </a:ext>
            </a:extLst>
          </p:cNvPr>
          <p:cNvSpPr/>
          <p:nvPr userDrawn="1"/>
        </p:nvSpPr>
        <p:spPr>
          <a:xfrm>
            <a:off x="0" y="0"/>
            <a:ext cx="184891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37" name="Text Placeholder 6" descr="Logo Universitetet i oslo">
            <a:extLst>
              <a:ext uri="{FF2B5EF4-FFF2-40B4-BE49-F238E27FC236}">
                <a16:creationId xmlns:a16="http://schemas.microsoft.com/office/drawing/2014/main" id="{F29784C4-AE21-4452-BCC9-BC75C914498F}"/>
              </a:ext>
            </a:extLst>
          </p:cNvPr>
          <p:cNvSpPr>
            <a:spLocks noGrp="1"/>
          </p:cNvSpPr>
          <p:nvPr>
            <p:ph type="body" sz="quarter" idx="23" hasCustomPrompt="1"/>
          </p:nvPr>
        </p:nvSpPr>
        <p:spPr>
          <a:xfrm>
            <a:off x="386112" y="381854"/>
            <a:ext cx="5619582" cy="1116919"/>
          </a:xfrm>
          <a:blipFill>
            <a:blip r:embed="rId3">
              <a:extLst>
                <a:ext uri="{96DAC541-7B7A-43D3-8B79-37D633B846F1}">
                  <asvg:svgBlip xmlns:asvg="http://schemas.microsoft.com/office/drawing/2016/SVG/main" r:embed="rId4"/>
                </a:ext>
              </a:extLst>
            </a:blip>
            <a:stretch>
              <a:fillRect/>
            </a:stretch>
          </a:blipFill>
        </p:spPr>
        <p:txBody>
          <a:bodyPr/>
          <a:lstStyle>
            <a:lvl1pPr>
              <a:buNone/>
              <a:defRPr/>
            </a:lvl1pPr>
          </a:lstStyle>
          <a:p>
            <a:pPr lvl="0"/>
            <a:r>
              <a:rPr lang="nb-NO" dirty="0"/>
              <a:t> </a:t>
            </a:r>
            <a:endParaRPr lang="en-US" dirty="0"/>
          </a:p>
        </p:txBody>
      </p:sp>
      <p:sp>
        <p:nvSpPr>
          <p:cNvPr id="39" name="Title 6">
            <a:extLst>
              <a:ext uri="{FF2B5EF4-FFF2-40B4-BE49-F238E27FC236}">
                <a16:creationId xmlns:a16="http://schemas.microsoft.com/office/drawing/2014/main" id="{5D15D34C-2B62-4A4C-AEE9-82137A8B1D88}"/>
              </a:ext>
            </a:extLst>
          </p:cNvPr>
          <p:cNvSpPr>
            <a:spLocks noGrp="1"/>
          </p:cNvSpPr>
          <p:nvPr>
            <p:ph type="title"/>
          </p:nvPr>
        </p:nvSpPr>
        <p:spPr>
          <a:xfrm>
            <a:off x="2463594" y="3346829"/>
            <a:ext cx="5611203" cy="1797779"/>
          </a:xfrm>
        </p:spPr>
        <p:txBody>
          <a:bodyPr/>
          <a:lstStyle>
            <a:lvl1pPr>
              <a:lnSpc>
                <a:spcPct val="100000"/>
              </a:lnSpc>
              <a:defRPr sz="4500">
                <a:highlight>
                  <a:srgbClr val="FFFFFF"/>
                </a:highlight>
              </a:defRPr>
            </a:lvl1pPr>
          </a:lstStyle>
          <a:p>
            <a:r>
              <a:rPr lang="nb-NO"/>
              <a:t>Klikk for å redigere tittelstil</a:t>
            </a:r>
            <a:endParaRPr lang="en-US" dirty="0"/>
          </a:p>
        </p:txBody>
      </p:sp>
      <p:sp>
        <p:nvSpPr>
          <p:cNvPr id="40" name="Subtitle 2">
            <a:extLst>
              <a:ext uri="{FF2B5EF4-FFF2-40B4-BE49-F238E27FC236}">
                <a16:creationId xmlns:a16="http://schemas.microsoft.com/office/drawing/2014/main" id="{291ADE13-A8F2-46E2-995A-5B5A00B970CE}"/>
              </a:ext>
            </a:extLst>
          </p:cNvPr>
          <p:cNvSpPr>
            <a:spLocks noGrp="1"/>
          </p:cNvSpPr>
          <p:nvPr>
            <p:ph type="subTitle" idx="1" hasCustomPrompt="1"/>
          </p:nvPr>
        </p:nvSpPr>
        <p:spPr>
          <a:xfrm>
            <a:off x="2463595" y="5199013"/>
            <a:ext cx="1584852" cy="269304"/>
          </a:xfrm>
        </p:spPr>
        <p:txBody>
          <a:bodyPr wrap="none" lIns="0" tIns="0" rIns="0" bIns="0">
            <a:spAutoFit/>
          </a:bodyPr>
          <a:lstStyle>
            <a:lvl1pPr marL="0" indent="0" algn="l">
              <a:spcBef>
                <a:spcPts val="0"/>
              </a:spcBef>
              <a:buNone/>
              <a:defRPr sz="1750">
                <a:solidFill>
                  <a:schemeClr val="tx1"/>
                </a:solidFill>
                <a:highlight>
                  <a:srgbClr val="FFFFFF"/>
                </a:highlight>
              </a:defRPr>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b-NO" noProof="0" dirty="0"/>
              <a:t>Navn Etternavn</a:t>
            </a:r>
          </a:p>
        </p:txBody>
      </p:sp>
      <p:sp>
        <p:nvSpPr>
          <p:cNvPr id="42" name="Text Placeholder 8">
            <a:extLst>
              <a:ext uri="{FF2B5EF4-FFF2-40B4-BE49-F238E27FC236}">
                <a16:creationId xmlns:a16="http://schemas.microsoft.com/office/drawing/2014/main" id="{7E6BC4FE-C55B-40DF-BE2C-B4A366CA9E99}"/>
              </a:ext>
            </a:extLst>
          </p:cNvPr>
          <p:cNvSpPr>
            <a:spLocks noGrp="1"/>
          </p:cNvSpPr>
          <p:nvPr>
            <p:ph type="body" sz="quarter" idx="16" hasCustomPrompt="1"/>
          </p:nvPr>
        </p:nvSpPr>
        <p:spPr>
          <a:xfrm>
            <a:off x="2463594" y="5468760"/>
            <a:ext cx="478977" cy="269304"/>
          </a:xfrm>
        </p:spPr>
        <p:txBody>
          <a:bodyPr wrap="none" lIns="0" tIns="0" rIns="0" bIns="0">
            <a:spAutoFit/>
          </a:bodyPr>
          <a:lstStyle>
            <a:lvl1pPr marL="0" indent="0">
              <a:buNone/>
              <a:defRPr sz="1750">
                <a:highlight>
                  <a:srgbClr val="FFFFFF"/>
                </a:highlight>
              </a:defRPr>
            </a:lvl1pPr>
          </a:lstStyle>
          <a:p>
            <a:pPr lvl="0"/>
            <a:r>
              <a:rPr lang="nb-NO" dirty="0"/>
              <a:t>Tittel</a:t>
            </a:r>
            <a:endParaRPr lang="en-US" dirty="0"/>
          </a:p>
        </p:txBody>
      </p:sp>
      <p:sp>
        <p:nvSpPr>
          <p:cNvPr id="43" name="Text Placeholder 8">
            <a:extLst>
              <a:ext uri="{FF2B5EF4-FFF2-40B4-BE49-F238E27FC236}">
                <a16:creationId xmlns:a16="http://schemas.microsoft.com/office/drawing/2014/main" id="{2A5C5038-A44D-4A5A-B6E6-4A3A6640788E}"/>
              </a:ext>
            </a:extLst>
          </p:cNvPr>
          <p:cNvSpPr>
            <a:spLocks noGrp="1"/>
          </p:cNvSpPr>
          <p:nvPr>
            <p:ph type="body" sz="quarter" idx="17" hasCustomPrompt="1"/>
          </p:nvPr>
        </p:nvSpPr>
        <p:spPr>
          <a:xfrm>
            <a:off x="2463594" y="5735491"/>
            <a:ext cx="586699" cy="269304"/>
          </a:xfrm>
        </p:spPr>
        <p:txBody>
          <a:bodyPr wrap="none" lIns="0" tIns="0" rIns="0" bIns="0">
            <a:spAutoFit/>
          </a:bodyPr>
          <a:lstStyle>
            <a:lvl1pPr marL="0" indent="0">
              <a:buNone/>
              <a:defRPr sz="1750">
                <a:solidFill>
                  <a:schemeClr val="tx1"/>
                </a:solidFill>
                <a:highlight>
                  <a:srgbClr val="FFFFFF"/>
                </a:highlight>
              </a:defRPr>
            </a:lvl1pPr>
          </a:lstStyle>
          <a:p>
            <a:pPr lvl="0"/>
            <a:r>
              <a:rPr lang="nb-NO" dirty="0"/>
              <a:t>Enhet</a:t>
            </a:r>
            <a:endParaRPr lang="en-US" dirty="0"/>
          </a:p>
        </p:txBody>
      </p:sp>
      <p:sp>
        <p:nvSpPr>
          <p:cNvPr id="41" name="Date Placeholder 3">
            <a:extLst>
              <a:ext uri="{FF2B5EF4-FFF2-40B4-BE49-F238E27FC236}">
                <a16:creationId xmlns:a16="http://schemas.microsoft.com/office/drawing/2014/main" id="{6D771372-9AD5-430D-A81A-2E8203086FDD}"/>
              </a:ext>
            </a:extLst>
          </p:cNvPr>
          <p:cNvSpPr>
            <a:spLocks noGrp="1"/>
          </p:cNvSpPr>
          <p:nvPr>
            <p:ph type="dt" sz="half" idx="10"/>
          </p:nvPr>
        </p:nvSpPr>
        <p:spPr>
          <a:xfrm>
            <a:off x="2463595" y="6264544"/>
            <a:ext cx="1161660" cy="269304"/>
          </a:xfrm>
        </p:spPr>
        <p:txBody>
          <a:bodyPr wrap="none" lIns="0" tIns="0" rIns="0" bIns="0">
            <a:spAutoFit/>
          </a:bodyPr>
          <a:lstStyle>
            <a:lvl1pPr>
              <a:defRPr sz="1750">
                <a:solidFill>
                  <a:schemeClr val="tx1"/>
                </a:solidFill>
                <a:highlight>
                  <a:srgbClr val="FFFFFF"/>
                </a:highlight>
              </a:defRPr>
            </a:lvl1pPr>
          </a:lstStyle>
          <a:p>
            <a:endParaRPr lang="en-US" dirty="0">
              <a:highlight>
                <a:srgbClr val="FFFFFF"/>
              </a:highlight>
            </a:endParaRPr>
          </a:p>
        </p:txBody>
      </p:sp>
      <p:sp>
        <p:nvSpPr>
          <p:cNvPr id="38" name="Text Placeholder 4">
            <a:extLst>
              <a:ext uri="{FF2B5EF4-FFF2-40B4-BE49-F238E27FC236}">
                <a16:creationId xmlns:a16="http://schemas.microsoft.com/office/drawing/2014/main" id="{17DA3A3C-41C9-4BB1-8AF6-64A31B42E67A}"/>
              </a:ext>
            </a:extLst>
          </p:cNvPr>
          <p:cNvSpPr>
            <a:spLocks noGrp="1"/>
          </p:cNvSpPr>
          <p:nvPr>
            <p:ph type="body" sz="quarter" idx="14" hasCustomPrompt="1"/>
          </p:nvPr>
        </p:nvSpPr>
        <p:spPr>
          <a:xfrm>
            <a:off x="10785613" y="5457092"/>
            <a:ext cx="1025436" cy="1025421"/>
          </a:xfrm>
          <a:blipFill>
            <a:blip r:embed="rId5">
              <a:extLst>
                <a:ext uri="{96DAC541-7B7A-43D3-8B79-37D633B846F1}">
                  <asvg:svgBlip xmlns:asvg="http://schemas.microsoft.com/office/drawing/2016/SVG/main" r:embed="rId6"/>
                </a:ext>
              </a:extLst>
            </a:blip>
            <a:stretch>
              <a:fillRect/>
            </a:stretch>
          </a:blipFill>
        </p:spPr>
        <p:txBody>
          <a:bodyPr/>
          <a:lstStyle>
            <a:lvl1pPr>
              <a:buNone/>
              <a:defRPr sz="100"/>
            </a:lvl1pPr>
          </a:lstStyle>
          <a:p>
            <a:pPr lvl="0"/>
            <a:r>
              <a:rPr lang="nb-NO" dirty="0"/>
              <a:t> </a:t>
            </a:r>
            <a:endParaRPr lang="en-US" dirty="0"/>
          </a:p>
        </p:txBody>
      </p:sp>
      <p:sp>
        <p:nvSpPr>
          <p:cNvPr id="15" name="addin_colorbox" hidden="1">
            <a:extLst>
              <a:ext uri="{FF2B5EF4-FFF2-40B4-BE49-F238E27FC236}">
                <a16:creationId xmlns:a16="http://schemas.microsoft.com/office/drawing/2014/main" id="{49401EE1-2446-4FF1-9952-199B1AD33AA8}"/>
              </a:ext>
            </a:extLst>
          </p:cNvPr>
          <p:cNvSpPr/>
          <p:nvPr userDrawn="1"/>
        </p:nvSpPr>
        <p:spPr>
          <a:xfrm>
            <a:off x="486187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addin_colorbox</a:t>
            </a:r>
            <a:endParaRPr lang="nb-NO" dirty="0"/>
          </a:p>
        </p:txBody>
      </p:sp>
      <p:sp>
        <p:nvSpPr>
          <p:cNvPr id="16" name="addin_title" hidden="1">
            <a:extLst>
              <a:ext uri="{FF2B5EF4-FFF2-40B4-BE49-F238E27FC236}">
                <a16:creationId xmlns:a16="http://schemas.microsoft.com/office/drawing/2014/main" id="{7838A1EF-4F8F-4E02-84A8-CBDE742A0167}"/>
              </a:ext>
            </a:extLst>
          </p:cNvPr>
          <p:cNvSpPr/>
          <p:nvPr userDrawn="1"/>
        </p:nvSpPr>
        <p:spPr>
          <a:xfrm>
            <a:off x="972374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addin_title</a:t>
            </a:r>
            <a:endParaRPr lang="nb-NO" dirty="0"/>
          </a:p>
        </p:txBody>
      </p:sp>
      <p:sp>
        <p:nvSpPr>
          <p:cNvPr id="17" name="addin_text" hidden="1">
            <a:extLst>
              <a:ext uri="{FF2B5EF4-FFF2-40B4-BE49-F238E27FC236}">
                <a16:creationId xmlns:a16="http://schemas.microsoft.com/office/drawing/2014/main" id="{1520438F-077B-4383-9B2E-BA087AF71C65}"/>
              </a:ext>
            </a:extLst>
          </p:cNvPr>
          <p:cNvSpPr/>
          <p:nvPr userDrawn="1"/>
        </p:nvSpPr>
        <p:spPr>
          <a:xfrm>
            <a:off x="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addin_text</a:t>
            </a:r>
            <a:endParaRPr lang="nb-NO" dirty="0"/>
          </a:p>
        </p:txBody>
      </p:sp>
      <p:sp>
        <p:nvSpPr>
          <p:cNvPr id="18" name="addin_image" hidden="1">
            <a:extLst>
              <a:ext uri="{FF2B5EF4-FFF2-40B4-BE49-F238E27FC236}">
                <a16:creationId xmlns:a16="http://schemas.microsoft.com/office/drawing/2014/main" id="{9AA4849A-5DB1-449C-B5F9-8D23CAAC0678}"/>
              </a:ext>
            </a:extLst>
          </p:cNvPr>
          <p:cNvSpPr/>
          <p:nvPr userDrawn="1"/>
        </p:nvSpPr>
        <p:spPr>
          <a:xfrm>
            <a:off x="2505076"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addin_image</a:t>
            </a:r>
            <a:endParaRPr lang="nb-NO" dirty="0"/>
          </a:p>
        </p:txBody>
      </p:sp>
      <p:sp>
        <p:nvSpPr>
          <p:cNvPr id="19" name="addin_grouplist" hidden="1">
            <a:extLst>
              <a:ext uri="{FF2B5EF4-FFF2-40B4-BE49-F238E27FC236}">
                <a16:creationId xmlns:a16="http://schemas.microsoft.com/office/drawing/2014/main" id="{6FF82BAB-E28F-4E02-86D8-FEDC0BED1A1D}"/>
              </a:ext>
            </a:extLst>
          </p:cNvPr>
          <p:cNvSpPr/>
          <p:nvPr userDrawn="1"/>
        </p:nvSpPr>
        <p:spPr>
          <a:xfrm>
            <a:off x="4973338"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kern="1200" dirty="0" err="1">
                <a:solidFill>
                  <a:schemeClr val="lt1"/>
                </a:solidFill>
                <a:latin typeface="+mn-lt"/>
                <a:ea typeface="+mn-ea"/>
                <a:cs typeface="+mn-cs"/>
              </a:rPr>
              <a:t>SkiftBakgrunnGroup</a:t>
            </a:r>
            <a:endParaRPr lang="nb-NO" dirty="0"/>
          </a:p>
        </p:txBody>
      </p:sp>
      <p:sp>
        <p:nvSpPr>
          <p:cNvPr id="21" name="addin_logo" hidden="1">
            <a:extLst>
              <a:ext uri="{FF2B5EF4-FFF2-40B4-BE49-F238E27FC236}">
                <a16:creationId xmlns:a16="http://schemas.microsoft.com/office/drawing/2014/main" id="{EA3D402A-5E41-4E74-BCFE-6ECD172AE4E3}"/>
              </a:ext>
            </a:extLst>
          </p:cNvPr>
          <p:cNvSpPr/>
          <p:nvPr userDrawn="1"/>
        </p:nvSpPr>
        <p:spPr>
          <a:xfrm>
            <a:off x="744160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addin_logo</a:t>
            </a:r>
            <a:endParaRPr lang="nb-NO" dirty="0"/>
          </a:p>
        </p:txBody>
      </p:sp>
      <p:sp>
        <p:nvSpPr>
          <p:cNvPr id="26" name="addin_colorbox" hidden="1">
            <a:extLst>
              <a:ext uri="{FF2B5EF4-FFF2-40B4-BE49-F238E27FC236}">
                <a16:creationId xmlns:a16="http://schemas.microsoft.com/office/drawing/2014/main" id="{B21C5878-1C16-4124-B18E-3FD702004B13}"/>
              </a:ext>
            </a:extLst>
          </p:cNvPr>
          <p:cNvSpPr/>
          <p:nvPr userDrawn="1"/>
        </p:nvSpPr>
        <p:spPr>
          <a:xfrm>
            <a:off x="5014270" y="-13602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addin_colorbox</a:t>
            </a:r>
            <a:endParaRPr lang="nb-NO" dirty="0"/>
          </a:p>
        </p:txBody>
      </p:sp>
      <p:sp>
        <p:nvSpPr>
          <p:cNvPr id="27" name="addin_title" hidden="1">
            <a:extLst>
              <a:ext uri="{FF2B5EF4-FFF2-40B4-BE49-F238E27FC236}">
                <a16:creationId xmlns:a16="http://schemas.microsoft.com/office/drawing/2014/main" id="{25090456-9625-456B-9BF8-33469B9C80F5}"/>
              </a:ext>
            </a:extLst>
          </p:cNvPr>
          <p:cNvSpPr/>
          <p:nvPr userDrawn="1"/>
        </p:nvSpPr>
        <p:spPr>
          <a:xfrm>
            <a:off x="9876140" y="-13602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addin_title</a:t>
            </a:r>
            <a:endParaRPr lang="nb-NO" dirty="0"/>
          </a:p>
        </p:txBody>
      </p:sp>
      <p:sp>
        <p:nvSpPr>
          <p:cNvPr id="28" name="addin_text" hidden="1">
            <a:extLst>
              <a:ext uri="{FF2B5EF4-FFF2-40B4-BE49-F238E27FC236}">
                <a16:creationId xmlns:a16="http://schemas.microsoft.com/office/drawing/2014/main" id="{335F99C5-F1AA-4F79-BB95-80F64E93637D}"/>
              </a:ext>
            </a:extLst>
          </p:cNvPr>
          <p:cNvSpPr/>
          <p:nvPr userDrawn="1"/>
        </p:nvSpPr>
        <p:spPr>
          <a:xfrm>
            <a:off x="152400" y="-7087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addin_text</a:t>
            </a:r>
            <a:endParaRPr lang="nb-NO" dirty="0"/>
          </a:p>
        </p:txBody>
      </p:sp>
      <p:sp>
        <p:nvSpPr>
          <p:cNvPr id="29" name="addin_image" hidden="1">
            <a:extLst>
              <a:ext uri="{FF2B5EF4-FFF2-40B4-BE49-F238E27FC236}">
                <a16:creationId xmlns:a16="http://schemas.microsoft.com/office/drawing/2014/main" id="{8F68B54B-8B5A-4C05-93DB-7F2DC877EF5E}"/>
              </a:ext>
            </a:extLst>
          </p:cNvPr>
          <p:cNvSpPr/>
          <p:nvPr userDrawn="1"/>
        </p:nvSpPr>
        <p:spPr>
          <a:xfrm>
            <a:off x="2657476" y="-7087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addin_image</a:t>
            </a:r>
            <a:endParaRPr lang="nb-NO" dirty="0"/>
          </a:p>
        </p:txBody>
      </p:sp>
      <p:sp>
        <p:nvSpPr>
          <p:cNvPr id="30" name="addin_grouplist" hidden="1">
            <a:extLst>
              <a:ext uri="{FF2B5EF4-FFF2-40B4-BE49-F238E27FC236}">
                <a16:creationId xmlns:a16="http://schemas.microsoft.com/office/drawing/2014/main" id="{F2089761-1A50-4072-9872-C62B5CA9E1F1}"/>
              </a:ext>
            </a:extLst>
          </p:cNvPr>
          <p:cNvSpPr/>
          <p:nvPr userDrawn="1"/>
        </p:nvSpPr>
        <p:spPr>
          <a:xfrm>
            <a:off x="5125738" y="-7087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kern="1200" dirty="0" err="1">
                <a:solidFill>
                  <a:schemeClr val="lt1"/>
                </a:solidFill>
                <a:latin typeface="+mn-lt"/>
                <a:ea typeface="+mn-ea"/>
                <a:cs typeface="+mn-cs"/>
              </a:rPr>
              <a:t>SkiftBakgrunnGroup</a:t>
            </a:r>
            <a:endParaRPr lang="nb-NO" dirty="0"/>
          </a:p>
        </p:txBody>
      </p:sp>
      <p:pic>
        <p:nvPicPr>
          <p:cNvPr id="31" name="logo_hvit" descr="UiO Segl" hidden="1">
            <a:extLst>
              <a:ext uri="{FF2B5EF4-FFF2-40B4-BE49-F238E27FC236}">
                <a16:creationId xmlns:a16="http://schemas.microsoft.com/office/drawing/2014/main" id="{27B17C39-2B30-4789-8BEA-4AE4B2320B77}"/>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785613" y="5458074"/>
            <a:ext cx="1025436" cy="1025436"/>
          </a:xfrm>
          <a:prstGeom prst="rect">
            <a:avLst/>
          </a:prstGeom>
        </p:spPr>
      </p:pic>
      <p:pic>
        <p:nvPicPr>
          <p:cNvPr id="32" name="logo_sort" descr="UiO segl" hidden="1">
            <a:extLst>
              <a:ext uri="{FF2B5EF4-FFF2-40B4-BE49-F238E27FC236}">
                <a16:creationId xmlns:a16="http://schemas.microsoft.com/office/drawing/2014/main" id="{46600C4D-987E-4F2B-917A-380F2324CB51}"/>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10785613" y="5456640"/>
            <a:ext cx="1025421" cy="1025421"/>
          </a:xfrm>
          <a:prstGeom prst="rect">
            <a:avLst/>
          </a:prstGeom>
        </p:spPr>
      </p:pic>
      <p:sp>
        <p:nvSpPr>
          <p:cNvPr id="34" name="addin_logo" hidden="1">
            <a:extLst>
              <a:ext uri="{FF2B5EF4-FFF2-40B4-BE49-F238E27FC236}">
                <a16:creationId xmlns:a16="http://schemas.microsoft.com/office/drawing/2014/main" id="{E5963F14-DFC9-40C0-BCD0-4A837E431DF5}"/>
              </a:ext>
            </a:extLst>
          </p:cNvPr>
          <p:cNvSpPr/>
          <p:nvPr userDrawn="1"/>
        </p:nvSpPr>
        <p:spPr>
          <a:xfrm>
            <a:off x="7594000" y="-7087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addin_logo</a:t>
            </a:r>
            <a:endParaRPr lang="nb-NO" dirty="0"/>
          </a:p>
        </p:txBody>
      </p:sp>
      <p:sp>
        <p:nvSpPr>
          <p:cNvPr id="35" name="addin_colorlist" hidden="1">
            <a:extLst>
              <a:ext uri="{FF2B5EF4-FFF2-40B4-BE49-F238E27FC236}">
                <a16:creationId xmlns:a16="http://schemas.microsoft.com/office/drawing/2014/main" id="{B73620FB-5D82-4728-A1F9-C75D53925FBA}"/>
              </a:ext>
            </a:extLst>
          </p:cNvPr>
          <p:cNvSpPr/>
          <p:nvPr userDrawn="1"/>
        </p:nvSpPr>
        <p:spPr>
          <a:xfrm>
            <a:off x="0" y="-147218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a:t>kapfor1, kapfor4, kapfor5, kapfor6, kapfor7</a:t>
            </a:r>
          </a:p>
        </p:txBody>
      </p:sp>
    </p:spTree>
    <p:extLst>
      <p:ext uri="{BB962C8B-B14F-4D97-AF65-F5344CB8AC3E}">
        <p14:creationId xmlns:p14="http://schemas.microsoft.com/office/powerpoint/2010/main" val="2261247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Forside UiO Fullbredde Farge/Innhold">
    <p:spTree>
      <p:nvGrpSpPr>
        <p:cNvPr id="1" name=""/>
        <p:cNvGrpSpPr/>
        <p:nvPr/>
      </p:nvGrpSpPr>
      <p:grpSpPr>
        <a:xfrm>
          <a:off x="0" y="0"/>
          <a:ext cx="0" cy="0"/>
          <a:chOff x="0" y="0"/>
          <a:chExt cx="0" cy="0"/>
        </a:xfrm>
      </p:grpSpPr>
      <p:sp>
        <p:nvSpPr>
          <p:cNvPr id="23" name="Text Placeholder 2" descr="Bakgrunn">
            <a:extLst>
              <a:ext uri="{FF2B5EF4-FFF2-40B4-BE49-F238E27FC236}">
                <a16:creationId xmlns:a16="http://schemas.microsoft.com/office/drawing/2014/main" id="{8BFE38FF-9625-44DF-B333-387F961202AA}"/>
              </a:ext>
            </a:extLst>
          </p:cNvPr>
          <p:cNvSpPr>
            <a:spLocks noGrp="1"/>
          </p:cNvSpPr>
          <p:nvPr>
            <p:ph type="body" sz="quarter" idx="18" hasCustomPrompt="1"/>
          </p:nvPr>
        </p:nvSpPr>
        <p:spPr>
          <a:xfrm>
            <a:off x="1845483" y="0"/>
            <a:ext cx="10343114" cy="6858000"/>
          </a:xfrm>
          <a:solidFill>
            <a:schemeClr val="accent1"/>
          </a:solidFill>
        </p:spPr>
        <p:txBody>
          <a:bodyPr/>
          <a:lstStyle>
            <a:lvl1pPr marL="0" indent="0">
              <a:buNone/>
              <a:defRPr sz="200">
                <a:solidFill>
                  <a:srgbClr val="010000"/>
                </a:solidFill>
              </a:defRPr>
            </a:lvl1pPr>
          </a:lstStyle>
          <a:p>
            <a:pPr lvl="0"/>
            <a:r>
              <a:rPr lang="en-US" dirty="0"/>
              <a:t> </a:t>
            </a:r>
          </a:p>
        </p:txBody>
      </p:sp>
      <p:sp>
        <p:nvSpPr>
          <p:cNvPr id="18" name="Content Placeholder 17">
            <a:extLst>
              <a:ext uri="{FF2B5EF4-FFF2-40B4-BE49-F238E27FC236}">
                <a16:creationId xmlns:a16="http://schemas.microsoft.com/office/drawing/2014/main" id="{EF08E9A7-5845-4082-8C4F-E26A3EA6418A}"/>
              </a:ext>
            </a:extLst>
          </p:cNvPr>
          <p:cNvSpPr>
            <a:spLocks noGrp="1"/>
          </p:cNvSpPr>
          <p:nvPr>
            <p:ph sz="quarter" idx="12" hasCustomPrompt="1"/>
          </p:nvPr>
        </p:nvSpPr>
        <p:spPr>
          <a:xfrm>
            <a:off x="1848885" y="0"/>
            <a:ext cx="10343115" cy="6858000"/>
          </a:xfrm>
          <a:prstGeom prst="rect">
            <a:avLst/>
          </a:prstGeom>
          <a:noFill/>
        </p:spPr>
        <p:txBody>
          <a:bodyPr lIns="0" tIns="0" rIns="0" bIns="0"/>
          <a:lstStyle>
            <a:lvl1pPr>
              <a:buNone/>
              <a:defRPr/>
            </a:lvl1pPr>
          </a:lstStyle>
          <a:p>
            <a:pPr lvl="0"/>
            <a:r>
              <a:rPr lang="nb-NO" dirty="0"/>
              <a:t> </a:t>
            </a:r>
            <a:endParaRPr lang="en-US" dirty="0"/>
          </a:p>
        </p:txBody>
      </p:sp>
      <p:sp>
        <p:nvSpPr>
          <p:cNvPr id="25" name="Text Placeholder 6" descr="Logo Universitetet i oslo">
            <a:extLst>
              <a:ext uri="{FF2B5EF4-FFF2-40B4-BE49-F238E27FC236}">
                <a16:creationId xmlns:a16="http://schemas.microsoft.com/office/drawing/2014/main" id="{50027A71-34C3-4277-9DC8-33989675B439}"/>
              </a:ext>
            </a:extLst>
          </p:cNvPr>
          <p:cNvSpPr>
            <a:spLocks noGrp="1"/>
          </p:cNvSpPr>
          <p:nvPr>
            <p:ph type="body" sz="quarter" idx="19" hasCustomPrompt="1"/>
          </p:nvPr>
        </p:nvSpPr>
        <p:spPr>
          <a:xfrm>
            <a:off x="386112" y="381854"/>
            <a:ext cx="5619582" cy="1116919"/>
          </a:xfrm>
          <a:blipFill>
            <a:blip r:embed="rId2">
              <a:extLst>
                <a:ext uri="{96DAC541-7B7A-43D3-8B79-37D633B846F1}">
                  <asvg:svgBlip xmlns:asvg="http://schemas.microsoft.com/office/drawing/2016/SVG/main" r:embed="rId3"/>
                </a:ext>
              </a:extLst>
            </a:blip>
            <a:stretch>
              <a:fillRect/>
            </a:stretch>
          </a:blipFill>
        </p:spPr>
        <p:txBody>
          <a:bodyPr/>
          <a:lstStyle>
            <a:lvl1pPr>
              <a:buNone/>
              <a:defRPr/>
            </a:lvl1pPr>
          </a:lstStyle>
          <a:p>
            <a:pPr lvl="0"/>
            <a:r>
              <a:rPr lang="nb-NO" dirty="0"/>
              <a:t> </a:t>
            </a:r>
            <a:endParaRPr lang="en-US" dirty="0"/>
          </a:p>
        </p:txBody>
      </p:sp>
      <p:sp>
        <p:nvSpPr>
          <p:cNvPr id="7" name="Title 6">
            <a:extLst>
              <a:ext uri="{FF2B5EF4-FFF2-40B4-BE49-F238E27FC236}">
                <a16:creationId xmlns:a16="http://schemas.microsoft.com/office/drawing/2014/main" id="{2826FC79-CEAE-42C3-9725-FAEABEBE6540}"/>
              </a:ext>
            </a:extLst>
          </p:cNvPr>
          <p:cNvSpPr>
            <a:spLocks noGrp="1"/>
          </p:cNvSpPr>
          <p:nvPr>
            <p:ph type="title"/>
          </p:nvPr>
        </p:nvSpPr>
        <p:spPr>
          <a:xfrm>
            <a:off x="2463594" y="3346829"/>
            <a:ext cx="5611203" cy="1797779"/>
          </a:xfrm>
        </p:spPr>
        <p:txBody>
          <a:bodyPr/>
          <a:lstStyle>
            <a:lvl1pPr>
              <a:lnSpc>
                <a:spcPct val="100000"/>
              </a:lnSpc>
              <a:defRPr sz="4500">
                <a:highlight>
                  <a:srgbClr val="FFFFFF"/>
                </a:highlight>
              </a:defRPr>
            </a:lvl1pPr>
          </a:lstStyle>
          <a:p>
            <a:r>
              <a:rPr lang="nb-NO"/>
              <a:t>Klikk for å redigere tittelstil</a:t>
            </a:r>
            <a:endParaRPr lang="en-US" dirty="0"/>
          </a:p>
        </p:txBody>
      </p:sp>
      <p:sp>
        <p:nvSpPr>
          <p:cNvPr id="26" name="Subtitle 2">
            <a:extLst>
              <a:ext uri="{FF2B5EF4-FFF2-40B4-BE49-F238E27FC236}">
                <a16:creationId xmlns:a16="http://schemas.microsoft.com/office/drawing/2014/main" id="{A1A5E3CB-F490-44A3-9769-374F0F9201A1}"/>
              </a:ext>
            </a:extLst>
          </p:cNvPr>
          <p:cNvSpPr>
            <a:spLocks noGrp="1"/>
          </p:cNvSpPr>
          <p:nvPr>
            <p:ph type="subTitle" idx="1" hasCustomPrompt="1"/>
          </p:nvPr>
        </p:nvSpPr>
        <p:spPr>
          <a:xfrm>
            <a:off x="2463595" y="5199013"/>
            <a:ext cx="1584852" cy="269304"/>
          </a:xfrm>
        </p:spPr>
        <p:txBody>
          <a:bodyPr wrap="none" lIns="0" tIns="0" rIns="0" bIns="0">
            <a:spAutoFit/>
          </a:bodyPr>
          <a:lstStyle>
            <a:lvl1pPr marL="0" indent="0" algn="l">
              <a:spcBef>
                <a:spcPts val="0"/>
              </a:spcBef>
              <a:buNone/>
              <a:defRPr sz="1750">
                <a:solidFill>
                  <a:schemeClr val="tx1"/>
                </a:solidFill>
                <a:highlight>
                  <a:srgbClr val="FFFFFF"/>
                </a:highlight>
              </a:defRPr>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b-NO" noProof="0" dirty="0"/>
              <a:t>Navn Etternavn</a:t>
            </a:r>
          </a:p>
        </p:txBody>
      </p:sp>
      <p:sp>
        <p:nvSpPr>
          <p:cNvPr id="28" name="Text Placeholder 8">
            <a:extLst>
              <a:ext uri="{FF2B5EF4-FFF2-40B4-BE49-F238E27FC236}">
                <a16:creationId xmlns:a16="http://schemas.microsoft.com/office/drawing/2014/main" id="{3F93262B-E88D-4BFD-9D4B-7AD8BFDC480A}"/>
              </a:ext>
            </a:extLst>
          </p:cNvPr>
          <p:cNvSpPr>
            <a:spLocks noGrp="1"/>
          </p:cNvSpPr>
          <p:nvPr>
            <p:ph type="body" sz="quarter" idx="16" hasCustomPrompt="1"/>
          </p:nvPr>
        </p:nvSpPr>
        <p:spPr>
          <a:xfrm>
            <a:off x="2463594" y="5468760"/>
            <a:ext cx="478977" cy="269304"/>
          </a:xfrm>
        </p:spPr>
        <p:txBody>
          <a:bodyPr wrap="none" lIns="0" tIns="0" rIns="0" bIns="0">
            <a:spAutoFit/>
          </a:bodyPr>
          <a:lstStyle>
            <a:lvl1pPr marL="0" indent="0">
              <a:buNone/>
              <a:defRPr sz="1750">
                <a:highlight>
                  <a:srgbClr val="FFFFFF"/>
                </a:highlight>
              </a:defRPr>
            </a:lvl1pPr>
          </a:lstStyle>
          <a:p>
            <a:pPr lvl="0"/>
            <a:r>
              <a:rPr lang="nb-NO" dirty="0"/>
              <a:t>Tittel</a:t>
            </a:r>
            <a:endParaRPr lang="en-US" dirty="0"/>
          </a:p>
        </p:txBody>
      </p:sp>
      <p:sp>
        <p:nvSpPr>
          <p:cNvPr id="29" name="Text Placeholder 8">
            <a:extLst>
              <a:ext uri="{FF2B5EF4-FFF2-40B4-BE49-F238E27FC236}">
                <a16:creationId xmlns:a16="http://schemas.microsoft.com/office/drawing/2014/main" id="{830548DB-AABB-4BB8-A24A-769595E8EB4C}"/>
              </a:ext>
            </a:extLst>
          </p:cNvPr>
          <p:cNvSpPr>
            <a:spLocks noGrp="1"/>
          </p:cNvSpPr>
          <p:nvPr>
            <p:ph type="body" sz="quarter" idx="17" hasCustomPrompt="1"/>
          </p:nvPr>
        </p:nvSpPr>
        <p:spPr>
          <a:xfrm>
            <a:off x="2463594" y="5735491"/>
            <a:ext cx="586699" cy="269304"/>
          </a:xfrm>
        </p:spPr>
        <p:txBody>
          <a:bodyPr wrap="none" lIns="0" tIns="0" rIns="0" bIns="0">
            <a:spAutoFit/>
          </a:bodyPr>
          <a:lstStyle>
            <a:lvl1pPr marL="0" indent="0">
              <a:buNone/>
              <a:defRPr sz="1750">
                <a:solidFill>
                  <a:schemeClr val="tx1"/>
                </a:solidFill>
                <a:highlight>
                  <a:srgbClr val="FFFFFF"/>
                </a:highlight>
              </a:defRPr>
            </a:lvl1pPr>
          </a:lstStyle>
          <a:p>
            <a:pPr lvl="0"/>
            <a:r>
              <a:rPr lang="nb-NO" dirty="0"/>
              <a:t>Enhet</a:t>
            </a:r>
          </a:p>
        </p:txBody>
      </p:sp>
      <p:sp>
        <p:nvSpPr>
          <p:cNvPr id="27" name="Date Placeholder 3">
            <a:extLst>
              <a:ext uri="{FF2B5EF4-FFF2-40B4-BE49-F238E27FC236}">
                <a16:creationId xmlns:a16="http://schemas.microsoft.com/office/drawing/2014/main" id="{7600F748-6DC4-4BF6-91DC-8B5B90204822}"/>
              </a:ext>
            </a:extLst>
          </p:cNvPr>
          <p:cNvSpPr>
            <a:spLocks noGrp="1"/>
          </p:cNvSpPr>
          <p:nvPr>
            <p:ph type="dt" sz="half" idx="10"/>
          </p:nvPr>
        </p:nvSpPr>
        <p:spPr>
          <a:xfrm>
            <a:off x="2463595" y="6264544"/>
            <a:ext cx="1161660" cy="269304"/>
          </a:xfrm>
        </p:spPr>
        <p:txBody>
          <a:bodyPr wrap="none" lIns="0" tIns="0" rIns="0" bIns="0">
            <a:spAutoFit/>
          </a:bodyPr>
          <a:lstStyle>
            <a:lvl1pPr>
              <a:defRPr sz="1750">
                <a:solidFill>
                  <a:schemeClr val="tx1"/>
                </a:solidFill>
                <a:highlight>
                  <a:srgbClr val="FFFFFF"/>
                </a:highlight>
              </a:defRPr>
            </a:lvl1pPr>
          </a:lstStyle>
          <a:p>
            <a:endParaRPr lang="en-US" dirty="0">
              <a:highlight>
                <a:srgbClr val="FFFFFF"/>
              </a:highlight>
            </a:endParaRPr>
          </a:p>
        </p:txBody>
      </p:sp>
      <p:sp>
        <p:nvSpPr>
          <p:cNvPr id="24" name="Text Placeholder 4" descr="UiO segl">
            <a:extLst>
              <a:ext uri="{FF2B5EF4-FFF2-40B4-BE49-F238E27FC236}">
                <a16:creationId xmlns:a16="http://schemas.microsoft.com/office/drawing/2014/main" id="{4826FBBD-4B21-4F4F-940C-B2F17405B175}"/>
              </a:ext>
            </a:extLst>
          </p:cNvPr>
          <p:cNvSpPr>
            <a:spLocks noGrp="1"/>
          </p:cNvSpPr>
          <p:nvPr>
            <p:ph type="body" sz="quarter" idx="14" hasCustomPrompt="1"/>
          </p:nvPr>
        </p:nvSpPr>
        <p:spPr>
          <a:xfrm>
            <a:off x="10785613" y="5457092"/>
            <a:ext cx="1025436" cy="1025421"/>
          </a:xfrm>
          <a:blipFill>
            <a:blip r:embed="rId4">
              <a:extLst>
                <a:ext uri="{96DAC541-7B7A-43D3-8B79-37D633B846F1}">
                  <asvg:svgBlip xmlns:asvg="http://schemas.microsoft.com/office/drawing/2016/SVG/main" r:embed="rId5"/>
                </a:ext>
              </a:extLst>
            </a:blip>
            <a:stretch>
              <a:fillRect/>
            </a:stretch>
          </a:blipFill>
        </p:spPr>
        <p:txBody>
          <a:bodyPr/>
          <a:lstStyle>
            <a:lvl1pPr>
              <a:buNone/>
              <a:defRPr sz="100"/>
            </a:lvl1pPr>
          </a:lstStyle>
          <a:p>
            <a:pPr lvl="0"/>
            <a:r>
              <a:rPr lang="nb-NO" dirty="0"/>
              <a:t> </a:t>
            </a:r>
            <a:endParaRPr lang="en-US" dirty="0"/>
          </a:p>
        </p:txBody>
      </p:sp>
      <p:sp>
        <p:nvSpPr>
          <p:cNvPr id="10" name="addin_colorlist" hidden="1">
            <a:extLst>
              <a:ext uri="{FF2B5EF4-FFF2-40B4-BE49-F238E27FC236}">
                <a16:creationId xmlns:a16="http://schemas.microsoft.com/office/drawing/2014/main" id="{B0379490-61FF-4C9C-B44F-5DD7CB40C36C}"/>
              </a:ext>
            </a:extLst>
          </p:cNvPr>
          <p:cNvSpPr/>
          <p:nvPr userDrawn="1"/>
        </p:nvSpPr>
        <p:spPr>
          <a:xfrm>
            <a:off x="0" y="-147218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a:t>kapfor1, kapfor4, kapfor5, kapfor6, kapfor7</a:t>
            </a:r>
          </a:p>
        </p:txBody>
      </p:sp>
      <p:sp>
        <p:nvSpPr>
          <p:cNvPr id="11" name="addin_colorbox" hidden="1">
            <a:extLst>
              <a:ext uri="{FF2B5EF4-FFF2-40B4-BE49-F238E27FC236}">
                <a16:creationId xmlns:a16="http://schemas.microsoft.com/office/drawing/2014/main" id="{6B42BF81-FF18-4115-85FC-CE7803CA65FB}"/>
              </a:ext>
            </a:extLst>
          </p:cNvPr>
          <p:cNvSpPr/>
          <p:nvPr userDrawn="1"/>
        </p:nvSpPr>
        <p:spPr>
          <a:xfrm>
            <a:off x="486187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addin_colorbox</a:t>
            </a:r>
            <a:endParaRPr lang="nb-NO" dirty="0"/>
          </a:p>
        </p:txBody>
      </p:sp>
      <p:sp>
        <p:nvSpPr>
          <p:cNvPr id="12" name="addin_title" hidden="1">
            <a:extLst>
              <a:ext uri="{FF2B5EF4-FFF2-40B4-BE49-F238E27FC236}">
                <a16:creationId xmlns:a16="http://schemas.microsoft.com/office/drawing/2014/main" id="{418CE57E-2D37-4EE5-B26D-DFEAE88A1535}"/>
              </a:ext>
            </a:extLst>
          </p:cNvPr>
          <p:cNvSpPr/>
          <p:nvPr userDrawn="1"/>
        </p:nvSpPr>
        <p:spPr>
          <a:xfrm>
            <a:off x="972374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addin_title</a:t>
            </a:r>
            <a:endParaRPr lang="nb-NO" dirty="0"/>
          </a:p>
        </p:txBody>
      </p:sp>
      <p:sp>
        <p:nvSpPr>
          <p:cNvPr id="15" name="addin_text" hidden="1">
            <a:extLst>
              <a:ext uri="{FF2B5EF4-FFF2-40B4-BE49-F238E27FC236}">
                <a16:creationId xmlns:a16="http://schemas.microsoft.com/office/drawing/2014/main" id="{CD630040-B997-4A94-A37F-E93FDB1C7D5A}"/>
              </a:ext>
            </a:extLst>
          </p:cNvPr>
          <p:cNvSpPr/>
          <p:nvPr userDrawn="1"/>
        </p:nvSpPr>
        <p:spPr>
          <a:xfrm>
            <a:off x="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addin_text</a:t>
            </a:r>
            <a:endParaRPr lang="nb-NO" dirty="0"/>
          </a:p>
        </p:txBody>
      </p:sp>
      <p:sp>
        <p:nvSpPr>
          <p:cNvPr id="16" name="addin_image" hidden="1">
            <a:extLst>
              <a:ext uri="{FF2B5EF4-FFF2-40B4-BE49-F238E27FC236}">
                <a16:creationId xmlns:a16="http://schemas.microsoft.com/office/drawing/2014/main" id="{D0D1E4AF-887F-464D-A7A3-31F992900690}"/>
              </a:ext>
            </a:extLst>
          </p:cNvPr>
          <p:cNvSpPr/>
          <p:nvPr userDrawn="1"/>
        </p:nvSpPr>
        <p:spPr>
          <a:xfrm>
            <a:off x="2505076"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addin_image</a:t>
            </a:r>
            <a:endParaRPr lang="nb-NO" dirty="0"/>
          </a:p>
        </p:txBody>
      </p:sp>
      <p:sp>
        <p:nvSpPr>
          <p:cNvPr id="17" name="addin_grouplist" hidden="1">
            <a:extLst>
              <a:ext uri="{FF2B5EF4-FFF2-40B4-BE49-F238E27FC236}">
                <a16:creationId xmlns:a16="http://schemas.microsoft.com/office/drawing/2014/main" id="{96031079-7FE0-4679-A5A0-0F53F6C3A5B5}"/>
              </a:ext>
            </a:extLst>
          </p:cNvPr>
          <p:cNvSpPr/>
          <p:nvPr userDrawn="1"/>
        </p:nvSpPr>
        <p:spPr>
          <a:xfrm>
            <a:off x="4973338"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kern="1200" dirty="0" err="1">
                <a:solidFill>
                  <a:schemeClr val="lt1"/>
                </a:solidFill>
                <a:latin typeface="+mn-lt"/>
                <a:ea typeface="+mn-ea"/>
                <a:cs typeface="+mn-cs"/>
              </a:rPr>
              <a:t>SkiftBakgrunnGroup</a:t>
            </a:r>
            <a:endParaRPr lang="nb-NO" dirty="0"/>
          </a:p>
        </p:txBody>
      </p:sp>
      <p:sp>
        <p:nvSpPr>
          <p:cNvPr id="19" name="addin_logo" hidden="1">
            <a:extLst>
              <a:ext uri="{FF2B5EF4-FFF2-40B4-BE49-F238E27FC236}">
                <a16:creationId xmlns:a16="http://schemas.microsoft.com/office/drawing/2014/main" id="{9ABE3E70-DF6A-4CC2-9E35-9346CEDB8C5A}"/>
              </a:ext>
            </a:extLst>
          </p:cNvPr>
          <p:cNvSpPr/>
          <p:nvPr userDrawn="1"/>
        </p:nvSpPr>
        <p:spPr>
          <a:xfrm>
            <a:off x="744160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addin_logo</a:t>
            </a:r>
            <a:endParaRPr lang="nb-NO" dirty="0"/>
          </a:p>
        </p:txBody>
      </p:sp>
      <p:pic>
        <p:nvPicPr>
          <p:cNvPr id="20" name="logo_hvit" descr="UiO Segl" hidden="1">
            <a:extLst>
              <a:ext uri="{FF2B5EF4-FFF2-40B4-BE49-F238E27FC236}">
                <a16:creationId xmlns:a16="http://schemas.microsoft.com/office/drawing/2014/main" id="{A35AF58C-1F83-4C12-A068-80E9CC398435}"/>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785613" y="5457092"/>
            <a:ext cx="1025436" cy="1025436"/>
          </a:xfrm>
          <a:prstGeom prst="rect">
            <a:avLst/>
          </a:prstGeom>
        </p:spPr>
      </p:pic>
      <p:pic>
        <p:nvPicPr>
          <p:cNvPr id="21" name="logo_sort" descr="UiO Segl" hidden="1">
            <a:extLst>
              <a:ext uri="{FF2B5EF4-FFF2-40B4-BE49-F238E27FC236}">
                <a16:creationId xmlns:a16="http://schemas.microsoft.com/office/drawing/2014/main" id="{D7BA3FF9-8E23-4D04-8078-E40403A8D745}"/>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0785614" y="5457093"/>
            <a:ext cx="1025421" cy="1025421"/>
          </a:xfrm>
          <a:prstGeom prst="rect">
            <a:avLst/>
          </a:prstGeom>
        </p:spPr>
      </p:pic>
    </p:spTree>
    <p:extLst>
      <p:ext uri="{BB962C8B-B14F-4D97-AF65-F5344CB8AC3E}">
        <p14:creationId xmlns:p14="http://schemas.microsoft.com/office/powerpoint/2010/main" val="635028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rside Fakultet Bilde">
    <p:bg>
      <p:bgPr>
        <a:solidFill>
          <a:schemeClr val="lt1"/>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84D768E-AC85-41DD-B1B7-0298BF33163D}"/>
              </a:ext>
            </a:extLst>
          </p:cNvPr>
          <p:cNvSpPr>
            <a:spLocks noGrp="1"/>
          </p:cNvSpPr>
          <p:nvPr>
            <p:ph type="pic" sz="quarter" idx="13"/>
          </p:nvPr>
        </p:nvSpPr>
        <p:spPr>
          <a:xfrm>
            <a:off x="6209880" y="0"/>
            <a:ext cx="5982120" cy="6858000"/>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txBody>
          <a:bodyPr lIns="0" tIns="0" rIns="0" bIns="0"/>
          <a:lstStyle/>
          <a:p>
            <a:r>
              <a:rPr lang="nb-NO"/>
              <a:t>Klikk på ikonet for å legge til et bilde</a:t>
            </a:r>
            <a:endParaRPr lang="en-US"/>
          </a:p>
        </p:txBody>
      </p:sp>
      <p:sp>
        <p:nvSpPr>
          <p:cNvPr id="13" name="Rectangle 12" descr="Bakgrunn">
            <a:extLst>
              <a:ext uri="{FF2B5EF4-FFF2-40B4-BE49-F238E27FC236}">
                <a16:creationId xmlns:a16="http://schemas.microsoft.com/office/drawing/2014/main" id="{CDC2DD76-E94A-435B-BDB4-D10EA8D453D9}"/>
              </a:ext>
            </a:extLst>
          </p:cNvPr>
          <p:cNvSpPr/>
          <p:nvPr userDrawn="1"/>
        </p:nvSpPr>
        <p:spPr>
          <a:xfrm>
            <a:off x="0" y="0"/>
            <a:ext cx="620988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5" name="Title 1">
            <a:extLst>
              <a:ext uri="{FF2B5EF4-FFF2-40B4-BE49-F238E27FC236}">
                <a16:creationId xmlns:a16="http://schemas.microsoft.com/office/drawing/2014/main" id="{1A99F6BB-7452-4A97-9D6D-C9C80D04D213}"/>
              </a:ext>
            </a:extLst>
          </p:cNvPr>
          <p:cNvSpPr>
            <a:spLocks noGrp="1"/>
          </p:cNvSpPr>
          <p:nvPr>
            <p:ph type="ctrTitle" hasCustomPrompt="1"/>
          </p:nvPr>
        </p:nvSpPr>
        <p:spPr>
          <a:xfrm>
            <a:off x="379038" y="239167"/>
            <a:ext cx="5075367" cy="2387600"/>
          </a:xfrm>
          <a:solidFill>
            <a:srgbClr val="0000FF">
              <a:alpha val="0"/>
            </a:srgbClr>
          </a:solidFill>
        </p:spPr>
        <p:txBody>
          <a:bodyPr anchor="t"/>
          <a:lstStyle>
            <a:lvl1pPr algn="l">
              <a:lnSpc>
                <a:spcPct val="100000"/>
              </a:lnSpc>
              <a:defRPr sz="4501"/>
            </a:lvl1pPr>
          </a:lstStyle>
          <a:p>
            <a:r>
              <a:rPr lang="nb-NO" noProof="0" dirty="0"/>
              <a:t>Velg fakultet fra </a:t>
            </a:r>
            <a:r>
              <a:rPr lang="nb-NO" noProof="0" dirty="0" err="1"/>
              <a:t>nedtrekksmenyen</a:t>
            </a:r>
            <a:endParaRPr lang="en-US" noProof="0" dirty="0"/>
          </a:p>
        </p:txBody>
      </p:sp>
      <p:sp>
        <p:nvSpPr>
          <p:cNvPr id="28" name="Text Placeholder 8">
            <a:extLst>
              <a:ext uri="{FF2B5EF4-FFF2-40B4-BE49-F238E27FC236}">
                <a16:creationId xmlns:a16="http://schemas.microsoft.com/office/drawing/2014/main" id="{E17BAB58-FE9E-48CD-90C1-5A92CD4AF345}"/>
              </a:ext>
            </a:extLst>
          </p:cNvPr>
          <p:cNvSpPr>
            <a:spLocks noGrp="1"/>
          </p:cNvSpPr>
          <p:nvPr>
            <p:ph type="body" sz="quarter" idx="22" hasCustomPrompt="1"/>
          </p:nvPr>
        </p:nvSpPr>
        <p:spPr>
          <a:xfrm>
            <a:off x="379038" y="4112581"/>
            <a:ext cx="5080128" cy="226283"/>
          </a:xfrm>
        </p:spPr>
        <p:txBody>
          <a:bodyPr/>
          <a:lstStyle>
            <a:lvl1pPr marL="0" indent="0">
              <a:buNone/>
              <a:defRPr sz="1750"/>
            </a:lvl1pPr>
          </a:lstStyle>
          <a:p>
            <a:pPr lvl="0"/>
            <a:r>
              <a:rPr lang="nb-NO" dirty="0"/>
              <a:t>Navn Etternavn</a:t>
            </a:r>
            <a:endParaRPr lang="en-US" dirty="0"/>
          </a:p>
        </p:txBody>
      </p:sp>
      <p:sp>
        <p:nvSpPr>
          <p:cNvPr id="26" name="Text Placeholder 8">
            <a:extLst>
              <a:ext uri="{FF2B5EF4-FFF2-40B4-BE49-F238E27FC236}">
                <a16:creationId xmlns:a16="http://schemas.microsoft.com/office/drawing/2014/main" id="{D1011A16-94DD-4043-A614-BEC724B6F1F6}"/>
              </a:ext>
            </a:extLst>
          </p:cNvPr>
          <p:cNvSpPr>
            <a:spLocks noGrp="1"/>
          </p:cNvSpPr>
          <p:nvPr>
            <p:ph type="body" sz="quarter" idx="16" hasCustomPrompt="1"/>
          </p:nvPr>
        </p:nvSpPr>
        <p:spPr>
          <a:xfrm>
            <a:off x="383800" y="4379312"/>
            <a:ext cx="5075366" cy="226283"/>
          </a:xfrm>
        </p:spPr>
        <p:txBody>
          <a:bodyPr/>
          <a:lstStyle>
            <a:lvl1pPr marL="0" indent="0">
              <a:buNone/>
              <a:defRPr sz="1750"/>
            </a:lvl1pPr>
          </a:lstStyle>
          <a:p>
            <a:pPr lvl="0"/>
            <a:r>
              <a:rPr lang="nb-NO" dirty="0"/>
              <a:t>Tittel</a:t>
            </a:r>
            <a:endParaRPr lang="en-US" dirty="0"/>
          </a:p>
        </p:txBody>
      </p:sp>
      <p:sp>
        <p:nvSpPr>
          <p:cNvPr id="27" name="Text Placeholder 8">
            <a:extLst>
              <a:ext uri="{FF2B5EF4-FFF2-40B4-BE49-F238E27FC236}">
                <a16:creationId xmlns:a16="http://schemas.microsoft.com/office/drawing/2014/main" id="{BC09F072-DFF2-42B8-9221-578EE194D06A}"/>
              </a:ext>
            </a:extLst>
          </p:cNvPr>
          <p:cNvSpPr>
            <a:spLocks noGrp="1"/>
          </p:cNvSpPr>
          <p:nvPr>
            <p:ph type="body" sz="quarter" idx="17" hasCustomPrompt="1"/>
          </p:nvPr>
        </p:nvSpPr>
        <p:spPr>
          <a:xfrm>
            <a:off x="383800" y="4646043"/>
            <a:ext cx="5075367" cy="226283"/>
          </a:xfrm>
        </p:spPr>
        <p:txBody>
          <a:bodyPr/>
          <a:lstStyle>
            <a:lvl1pPr marL="0" indent="0">
              <a:buNone/>
              <a:defRPr sz="1750"/>
            </a:lvl1pPr>
          </a:lstStyle>
          <a:p>
            <a:pPr lvl="0"/>
            <a:r>
              <a:rPr lang="nb-NO" dirty="0"/>
              <a:t>Enhet</a:t>
            </a:r>
            <a:endParaRPr lang="en-US" dirty="0"/>
          </a:p>
        </p:txBody>
      </p:sp>
      <p:sp>
        <p:nvSpPr>
          <p:cNvPr id="25" name="Date Placeholder 3">
            <a:extLst>
              <a:ext uri="{FF2B5EF4-FFF2-40B4-BE49-F238E27FC236}">
                <a16:creationId xmlns:a16="http://schemas.microsoft.com/office/drawing/2014/main" id="{3BBDCC2B-F1B3-4493-BC07-8FE83C70C0EE}"/>
              </a:ext>
            </a:extLst>
          </p:cNvPr>
          <p:cNvSpPr>
            <a:spLocks noGrp="1"/>
          </p:cNvSpPr>
          <p:nvPr>
            <p:ph type="dt" sz="half" idx="10"/>
          </p:nvPr>
        </p:nvSpPr>
        <p:spPr>
          <a:xfrm>
            <a:off x="379038" y="5135118"/>
            <a:ext cx="5075367" cy="365125"/>
          </a:xfrm>
        </p:spPr>
        <p:txBody>
          <a:bodyPr lIns="0" tIns="0" rIns="0" bIns="0"/>
          <a:lstStyle>
            <a:lvl1pPr>
              <a:defRPr sz="1750">
                <a:solidFill>
                  <a:schemeClr val="tx1"/>
                </a:solidFill>
              </a:defRPr>
            </a:lvl1pPr>
          </a:lstStyle>
          <a:p>
            <a:endParaRPr lang="en-US" dirty="0"/>
          </a:p>
        </p:txBody>
      </p:sp>
      <p:pic>
        <p:nvPicPr>
          <p:cNvPr id="24" name="Graphic 23" descr="UiO segl">
            <a:extLst>
              <a:ext uri="{FF2B5EF4-FFF2-40B4-BE49-F238E27FC236}">
                <a16:creationId xmlns:a16="http://schemas.microsoft.com/office/drawing/2014/main" id="{EC3480BC-2C3D-4A7E-9C52-40E1CC216EE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79038" y="5945262"/>
            <a:ext cx="2078732" cy="538688"/>
          </a:xfrm>
          <a:prstGeom prst="rect">
            <a:avLst/>
          </a:prstGeom>
        </p:spPr>
      </p:pic>
      <p:sp>
        <p:nvSpPr>
          <p:cNvPr id="10" name="addin_colorlist" hidden="1">
            <a:extLst>
              <a:ext uri="{FF2B5EF4-FFF2-40B4-BE49-F238E27FC236}">
                <a16:creationId xmlns:a16="http://schemas.microsoft.com/office/drawing/2014/main" id="{39C5D506-67A5-4F89-8560-22F43BCF74AF}"/>
              </a:ext>
            </a:extLst>
          </p:cNvPr>
          <p:cNvSpPr/>
          <p:nvPr userDrawn="1"/>
        </p:nvSpPr>
        <p:spPr>
          <a:xfrm>
            <a:off x="0" y="-1466578"/>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a:t>halv1, halv2, halv3, halv4, halv5, halv6, halv7, halv8</a:t>
            </a:r>
          </a:p>
        </p:txBody>
      </p:sp>
      <p:sp>
        <p:nvSpPr>
          <p:cNvPr id="16" name="addin_colorbox" hidden="1">
            <a:extLst>
              <a:ext uri="{FF2B5EF4-FFF2-40B4-BE49-F238E27FC236}">
                <a16:creationId xmlns:a16="http://schemas.microsoft.com/office/drawing/2014/main" id="{FCA3E1BC-B669-4110-87EA-FAF1FA6121DD}"/>
              </a:ext>
            </a:extLst>
          </p:cNvPr>
          <p:cNvSpPr/>
          <p:nvPr userDrawn="1"/>
        </p:nvSpPr>
        <p:spPr>
          <a:xfrm>
            <a:off x="486187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addin_colorbox</a:t>
            </a:r>
            <a:endParaRPr lang="nb-NO" dirty="0"/>
          </a:p>
        </p:txBody>
      </p:sp>
      <p:sp>
        <p:nvSpPr>
          <p:cNvPr id="17" name="addin_title" hidden="1">
            <a:extLst>
              <a:ext uri="{FF2B5EF4-FFF2-40B4-BE49-F238E27FC236}">
                <a16:creationId xmlns:a16="http://schemas.microsoft.com/office/drawing/2014/main" id="{3ED724C7-6D8D-4B02-A942-476103665D49}"/>
              </a:ext>
            </a:extLst>
          </p:cNvPr>
          <p:cNvSpPr/>
          <p:nvPr userDrawn="1"/>
        </p:nvSpPr>
        <p:spPr>
          <a:xfrm>
            <a:off x="972374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addin_title</a:t>
            </a:r>
            <a:endParaRPr lang="nb-NO" dirty="0"/>
          </a:p>
        </p:txBody>
      </p:sp>
      <p:sp>
        <p:nvSpPr>
          <p:cNvPr id="18" name="addin_text" hidden="1">
            <a:extLst>
              <a:ext uri="{FF2B5EF4-FFF2-40B4-BE49-F238E27FC236}">
                <a16:creationId xmlns:a16="http://schemas.microsoft.com/office/drawing/2014/main" id="{3875A1F9-BE97-453C-A6D3-C2B80FB26DAF}"/>
              </a:ext>
            </a:extLst>
          </p:cNvPr>
          <p:cNvSpPr/>
          <p:nvPr userDrawn="1"/>
        </p:nvSpPr>
        <p:spPr>
          <a:xfrm>
            <a:off x="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addin_text</a:t>
            </a:r>
            <a:endParaRPr lang="nb-NO" dirty="0"/>
          </a:p>
        </p:txBody>
      </p:sp>
      <p:sp>
        <p:nvSpPr>
          <p:cNvPr id="19" name="addin_image" hidden="1">
            <a:extLst>
              <a:ext uri="{FF2B5EF4-FFF2-40B4-BE49-F238E27FC236}">
                <a16:creationId xmlns:a16="http://schemas.microsoft.com/office/drawing/2014/main" id="{B74C45E3-A0CF-4E11-99D4-B0A97B5ECA6D}"/>
              </a:ext>
            </a:extLst>
          </p:cNvPr>
          <p:cNvSpPr/>
          <p:nvPr userDrawn="1"/>
        </p:nvSpPr>
        <p:spPr>
          <a:xfrm>
            <a:off x="2505076"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addin_image</a:t>
            </a:r>
            <a:endParaRPr lang="nb-NO" dirty="0"/>
          </a:p>
        </p:txBody>
      </p:sp>
      <p:sp>
        <p:nvSpPr>
          <p:cNvPr id="20" name="addin_grouplist" hidden="1">
            <a:extLst>
              <a:ext uri="{FF2B5EF4-FFF2-40B4-BE49-F238E27FC236}">
                <a16:creationId xmlns:a16="http://schemas.microsoft.com/office/drawing/2014/main" id="{E863661C-B13F-46BB-BA71-469E9D5AB327}"/>
              </a:ext>
            </a:extLst>
          </p:cNvPr>
          <p:cNvSpPr/>
          <p:nvPr userDrawn="1"/>
        </p:nvSpPr>
        <p:spPr>
          <a:xfrm>
            <a:off x="4973338"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kern="1200" dirty="0" err="1">
                <a:solidFill>
                  <a:schemeClr val="lt1"/>
                </a:solidFill>
                <a:latin typeface="+mn-lt"/>
                <a:ea typeface="+mn-ea"/>
                <a:cs typeface="+mn-cs"/>
              </a:rPr>
              <a:t>SkiftBakgrunnGroup</a:t>
            </a:r>
            <a:endParaRPr lang="nb-NO" dirty="0"/>
          </a:p>
        </p:txBody>
      </p:sp>
      <p:sp>
        <p:nvSpPr>
          <p:cNvPr id="21" name="addin_logo" hidden="1">
            <a:extLst>
              <a:ext uri="{FF2B5EF4-FFF2-40B4-BE49-F238E27FC236}">
                <a16:creationId xmlns:a16="http://schemas.microsoft.com/office/drawing/2014/main" id="{6B15E5D0-41F1-4B95-AEBC-8FEF29F24DE4}"/>
              </a:ext>
            </a:extLst>
          </p:cNvPr>
          <p:cNvSpPr/>
          <p:nvPr userDrawn="1"/>
        </p:nvSpPr>
        <p:spPr>
          <a:xfrm>
            <a:off x="744160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addin_logo</a:t>
            </a:r>
            <a:endParaRPr lang="nb-NO" dirty="0"/>
          </a:p>
        </p:txBody>
      </p:sp>
    </p:spTree>
    <p:extLst>
      <p:ext uri="{BB962C8B-B14F-4D97-AF65-F5344CB8AC3E}">
        <p14:creationId xmlns:p14="http://schemas.microsoft.com/office/powerpoint/2010/main" val="1491820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orside Fakultet Farge/Innhold">
    <p:spTree>
      <p:nvGrpSpPr>
        <p:cNvPr id="1" name=""/>
        <p:cNvGrpSpPr/>
        <p:nvPr/>
      </p:nvGrpSpPr>
      <p:grpSpPr>
        <a:xfrm>
          <a:off x="0" y="0"/>
          <a:ext cx="0" cy="0"/>
          <a:chOff x="0" y="0"/>
          <a:chExt cx="0" cy="0"/>
        </a:xfrm>
      </p:grpSpPr>
      <p:sp>
        <p:nvSpPr>
          <p:cNvPr id="23" name="Text Placeholder 2" descr="Bakgrunn">
            <a:extLst>
              <a:ext uri="{FF2B5EF4-FFF2-40B4-BE49-F238E27FC236}">
                <a16:creationId xmlns:a16="http://schemas.microsoft.com/office/drawing/2014/main" id="{4E3EE5B4-2D44-45E3-B636-1734E02BAC5F}"/>
              </a:ext>
            </a:extLst>
          </p:cNvPr>
          <p:cNvSpPr>
            <a:spLocks noGrp="1"/>
          </p:cNvSpPr>
          <p:nvPr>
            <p:ph type="body" sz="quarter" idx="18" hasCustomPrompt="1"/>
          </p:nvPr>
        </p:nvSpPr>
        <p:spPr>
          <a:xfrm>
            <a:off x="6214641" y="0"/>
            <a:ext cx="5973955" cy="6858000"/>
          </a:xfrm>
          <a:solidFill>
            <a:schemeClr val="accent4"/>
          </a:solidFill>
        </p:spPr>
        <p:txBody>
          <a:bodyPr/>
          <a:lstStyle>
            <a:lvl1pPr marL="0" indent="0">
              <a:buNone/>
              <a:defRPr sz="200">
                <a:solidFill>
                  <a:srgbClr val="010000"/>
                </a:solidFill>
              </a:defRPr>
            </a:lvl1pPr>
          </a:lstStyle>
          <a:p>
            <a:pPr lvl="0"/>
            <a:r>
              <a:rPr lang="en-US" dirty="0"/>
              <a:t> </a:t>
            </a:r>
          </a:p>
        </p:txBody>
      </p:sp>
      <p:sp>
        <p:nvSpPr>
          <p:cNvPr id="14" name="Content Placeholder 17" hidden="1">
            <a:extLst>
              <a:ext uri="{FF2B5EF4-FFF2-40B4-BE49-F238E27FC236}">
                <a16:creationId xmlns:a16="http://schemas.microsoft.com/office/drawing/2014/main" id="{F839063B-4438-46C0-A11A-618196F76696}"/>
              </a:ext>
            </a:extLst>
          </p:cNvPr>
          <p:cNvSpPr>
            <a:spLocks noGrp="1"/>
          </p:cNvSpPr>
          <p:nvPr>
            <p:ph sz="quarter" idx="12" hasCustomPrompt="1"/>
          </p:nvPr>
        </p:nvSpPr>
        <p:spPr>
          <a:xfrm>
            <a:off x="6209880" y="0"/>
            <a:ext cx="5982120" cy="6858000"/>
          </a:xfrm>
          <a:prstGeom prst="rect">
            <a:avLst/>
          </a:prstGeom>
          <a:noFill/>
        </p:spPr>
        <p:txBody>
          <a:bodyPr lIns="0" tIns="0" rIns="0" bIns="0"/>
          <a:lstStyle>
            <a:lvl1pPr>
              <a:buNone/>
              <a:defRPr/>
            </a:lvl1pPr>
          </a:lstStyle>
          <a:p>
            <a:pPr lvl="0"/>
            <a:r>
              <a:rPr lang="nb-NO" dirty="0"/>
              <a:t> </a:t>
            </a:r>
            <a:endParaRPr lang="en-US" dirty="0"/>
          </a:p>
        </p:txBody>
      </p:sp>
      <p:sp>
        <p:nvSpPr>
          <p:cNvPr id="15" name="Title 1">
            <a:extLst>
              <a:ext uri="{FF2B5EF4-FFF2-40B4-BE49-F238E27FC236}">
                <a16:creationId xmlns:a16="http://schemas.microsoft.com/office/drawing/2014/main" id="{1A99F6BB-7452-4A97-9D6D-C9C80D04D213}"/>
              </a:ext>
            </a:extLst>
          </p:cNvPr>
          <p:cNvSpPr>
            <a:spLocks noGrp="1"/>
          </p:cNvSpPr>
          <p:nvPr>
            <p:ph type="ctrTitle" hasCustomPrompt="1"/>
          </p:nvPr>
        </p:nvSpPr>
        <p:spPr>
          <a:xfrm>
            <a:off x="379038" y="239167"/>
            <a:ext cx="5075367" cy="2387600"/>
          </a:xfrm>
          <a:solidFill>
            <a:srgbClr val="0000FF">
              <a:alpha val="0"/>
            </a:srgbClr>
          </a:solidFill>
        </p:spPr>
        <p:txBody>
          <a:bodyPr anchor="t"/>
          <a:lstStyle>
            <a:lvl1pPr algn="l">
              <a:lnSpc>
                <a:spcPct val="100000"/>
              </a:lnSpc>
              <a:defRPr sz="4501"/>
            </a:lvl1pPr>
          </a:lstStyle>
          <a:p>
            <a:r>
              <a:rPr lang="nb-NO" noProof="0" dirty="0"/>
              <a:t>Velg fakultet fra </a:t>
            </a:r>
            <a:r>
              <a:rPr lang="nb-NO" noProof="0" dirty="0" err="1"/>
              <a:t>nedtrekksmenyen</a:t>
            </a:r>
            <a:endParaRPr lang="en-US" noProof="0" dirty="0"/>
          </a:p>
        </p:txBody>
      </p:sp>
      <p:sp>
        <p:nvSpPr>
          <p:cNvPr id="27" name="Text Placeholder 8">
            <a:extLst>
              <a:ext uri="{FF2B5EF4-FFF2-40B4-BE49-F238E27FC236}">
                <a16:creationId xmlns:a16="http://schemas.microsoft.com/office/drawing/2014/main" id="{D0FDCF8F-A008-4CFD-BFC2-4B8B6F9B5138}"/>
              </a:ext>
            </a:extLst>
          </p:cNvPr>
          <p:cNvSpPr>
            <a:spLocks noGrp="1"/>
          </p:cNvSpPr>
          <p:nvPr>
            <p:ph type="body" sz="quarter" idx="22" hasCustomPrompt="1"/>
          </p:nvPr>
        </p:nvSpPr>
        <p:spPr>
          <a:xfrm>
            <a:off x="379038" y="4112581"/>
            <a:ext cx="5080128" cy="226283"/>
          </a:xfrm>
        </p:spPr>
        <p:txBody>
          <a:bodyPr/>
          <a:lstStyle>
            <a:lvl1pPr marL="0" indent="0">
              <a:buNone/>
              <a:defRPr sz="1750"/>
            </a:lvl1pPr>
          </a:lstStyle>
          <a:p>
            <a:pPr lvl="0"/>
            <a:r>
              <a:rPr lang="nb-NO" dirty="0"/>
              <a:t>Navn Etternavn</a:t>
            </a:r>
            <a:endParaRPr lang="en-US" dirty="0"/>
          </a:p>
        </p:txBody>
      </p:sp>
      <p:sp>
        <p:nvSpPr>
          <p:cNvPr id="25" name="Text Placeholder 8">
            <a:extLst>
              <a:ext uri="{FF2B5EF4-FFF2-40B4-BE49-F238E27FC236}">
                <a16:creationId xmlns:a16="http://schemas.microsoft.com/office/drawing/2014/main" id="{2127E9DC-8728-47D2-950F-5610AB44AE59}"/>
              </a:ext>
            </a:extLst>
          </p:cNvPr>
          <p:cNvSpPr>
            <a:spLocks noGrp="1"/>
          </p:cNvSpPr>
          <p:nvPr>
            <p:ph type="body" sz="quarter" idx="16" hasCustomPrompt="1"/>
          </p:nvPr>
        </p:nvSpPr>
        <p:spPr>
          <a:xfrm>
            <a:off x="383800" y="4379312"/>
            <a:ext cx="5075366" cy="226283"/>
          </a:xfrm>
        </p:spPr>
        <p:txBody>
          <a:bodyPr/>
          <a:lstStyle>
            <a:lvl1pPr marL="0" indent="0">
              <a:buNone/>
              <a:defRPr sz="1750"/>
            </a:lvl1pPr>
          </a:lstStyle>
          <a:p>
            <a:pPr lvl="0"/>
            <a:r>
              <a:rPr lang="nb-NO" dirty="0"/>
              <a:t>Tittel</a:t>
            </a:r>
            <a:endParaRPr lang="en-US" dirty="0"/>
          </a:p>
        </p:txBody>
      </p:sp>
      <p:sp>
        <p:nvSpPr>
          <p:cNvPr id="26" name="Text Placeholder 8">
            <a:extLst>
              <a:ext uri="{FF2B5EF4-FFF2-40B4-BE49-F238E27FC236}">
                <a16:creationId xmlns:a16="http://schemas.microsoft.com/office/drawing/2014/main" id="{212AB716-EA8C-40F3-9E5E-FADFDE5B68A9}"/>
              </a:ext>
            </a:extLst>
          </p:cNvPr>
          <p:cNvSpPr>
            <a:spLocks noGrp="1"/>
          </p:cNvSpPr>
          <p:nvPr>
            <p:ph type="body" sz="quarter" idx="17" hasCustomPrompt="1"/>
          </p:nvPr>
        </p:nvSpPr>
        <p:spPr>
          <a:xfrm>
            <a:off x="383800" y="4646043"/>
            <a:ext cx="5075367" cy="226283"/>
          </a:xfrm>
        </p:spPr>
        <p:txBody>
          <a:bodyPr/>
          <a:lstStyle>
            <a:lvl1pPr marL="0" indent="0">
              <a:buNone/>
              <a:defRPr sz="1750"/>
            </a:lvl1pPr>
          </a:lstStyle>
          <a:p>
            <a:pPr lvl="0"/>
            <a:r>
              <a:rPr lang="nb-NO" dirty="0"/>
              <a:t>Enhet</a:t>
            </a:r>
            <a:endParaRPr lang="en-US" dirty="0"/>
          </a:p>
        </p:txBody>
      </p:sp>
      <p:sp>
        <p:nvSpPr>
          <p:cNvPr id="24" name="Date Placeholder 3">
            <a:extLst>
              <a:ext uri="{FF2B5EF4-FFF2-40B4-BE49-F238E27FC236}">
                <a16:creationId xmlns:a16="http://schemas.microsoft.com/office/drawing/2014/main" id="{C0D51CD3-9F1B-45C4-9816-FCEC12A47AF7}"/>
              </a:ext>
            </a:extLst>
          </p:cNvPr>
          <p:cNvSpPr>
            <a:spLocks noGrp="1"/>
          </p:cNvSpPr>
          <p:nvPr>
            <p:ph type="dt" sz="half" idx="10"/>
          </p:nvPr>
        </p:nvSpPr>
        <p:spPr>
          <a:xfrm>
            <a:off x="379038" y="5135118"/>
            <a:ext cx="5075367" cy="365125"/>
          </a:xfrm>
        </p:spPr>
        <p:txBody>
          <a:bodyPr lIns="0" tIns="0" rIns="0" bIns="0"/>
          <a:lstStyle>
            <a:lvl1pPr>
              <a:defRPr sz="1750">
                <a:solidFill>
                  <a:schemeClr val="tx1"/>
                </a:solidFill>
              </a:defRPr>
            </a:lvl1pPr>
          </a:lstStyle>
          <a:p>
            <a:endParaRPr lang="en-US" dirty="0"/>
          </a:p>
        </p:txBody>
      </p:sp>
      <p:pic>
        <p:nvPicPr>
          <p:cNvPr id="28" name="Graphic 27" descr="UiO segl">
            <a:extLst>
              <a:ext uri="{FF2B5EF4-FFF2-40B4-BE49-F238E27FC236}">
                <a16:creationId xmlns:a16="http://schemas.microsoft.com/office/drawing/2014/main" id="{AECCD3CC-AC27-4207-85D4-8056C1F5FDD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038" y="5945262"/>
            <a:ext cx="2078732" cy="538688"/>
          </a:xfrm>
          <a:prstGeom prst="rect">
            <a:avLst/>
          </a:prstGeom>
        </p:spPr>
      </p:pic>
      <p:sp>
        <p:nvSpPr>
          <p:cNvPr id="10" name="addin_colorlist" hidden="1">
            <a:extLst>
              <a:ext uri="{FF2B5EF4-FFF2-40B4-BE49-F238E27FC236}">
                <a16:creationId xmlns:a16="http://schemas.microsoft.com/office/drawing/2014/main" id="{31A16B11-9453-4838-96C7-0B2173D11399}"/>
              </a:ext>
            </a:extLst>
          </p:cNvPr>
          <p:cNvSpPr/>
          <p:nvPr userDrawn="1"/>
        </p:nvSpPr>
        <p:spPr>
          <a:xfrm>
            <a:off x="0" y="-1466578"/>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a:t>halv1, halv2, halv3, halv4, halv5, halv6, halv7, halv8</a:t>
            </a:r>
          </a:p>
        </p:txBody>
      </p:sp>
      <p:sp>
        <p:nvSpPr>
          <p:cNvPr id="11" name="addin_colorbox" hidden="1">
            <a:extLst>
              <a:ext uri="{FF2B5EF4-FFF2-40B4-BE49-F238E27FC236}">
                <a16:creationId xmlns:a16="http://schemas.microsoft.com/office/drawing/2014/main" id="{D1415340-24A4-4DEA-BEFB-EEC4384292C0}"/>
              </a:ext>
            </a:extLst>
          </p:cNvPr>
          <p:cNvSpPr/>
          <p:nvPr userDrawn="1"/>
        </p:nvSpPr>
        <p:spPr>
          <a:xfrm>
            <a:off x="486187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addin_colorbox</a:t>
            </a:r>
            <a:endParaRPr lang="nb-NO" dirty="0"/>
          </a:p>
        </p:txBody>
      </p:sp>
      <p:sp>
        <p:nvSpPr>
          <p:cNvPr id="12" name="addin_title" hidden="1">
            <a:extLst>
              <a:ext uri="{FF2B5EF4-FFF2-40B4-BE49-F238E27FC236}">
                <a16:creationId xmlns:a16="http://schemas.microsoft.com/office/drawing/2014/main" id="{9F75B8A5-5BF9-4EC4-8BB6-C6D3F7E34839}"/>
              </a:ext>
            </a:extLst>
          </p:cNvPr>
          <p:cNvSpPr/>
          <p:nvPr userDrawn="1"/>
        </p:nvSpPr>
        <p:spPr>
          <a:xfrm>
            <a:off x="972374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addin_title</a:t>
            </a:r>
            <a:endParaRPr lang="nb-NO" dirty="0"/>
          </a:p>
        </p:txBody>
      </p:sp>
      <p:sp>
        <p:nvSpPr>
          <p:cNvPr id="19" name="addin_text" hidden="1">
            <a:extLst>
              <a:ext uri="{FF2B5EF4-FFF2-40B4-BE49-F238E27FC236}">
                <a16:creationId xmlns:a16="http://schemas.microsoft.com/office/drawing/2014/main" id="{4E3B39B7-9751-440D-A9AB-82782D8FC8DF}"/>
              </a:ext>
            </a:extLst>
          </p:cNvPr>
          <p:cNvSpPr/>
          <p:nvPr userDrawn="1"/>
        </p:nvSpPr>
        <p:spPr>
          <a:xfrm>
            <a:off x="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addin_text</a:t>
            </a:r>
            <a:endParaRPr lang="nb-NO" dirty="0"/>
          </a:p>
        </p:txBody>
      </p:sp>
      <p:sp>
        <p:nvSpPr>
          <p:cNvPr id="20" name="addin_image" hidden="1">
            <a:extLst>
              <a:ext uri="{FF2B5EF4-FFF2-40B4-BE49-F238E27FC236}">
                <a16:creationId xmlns:a16="http://schemas.microsoft.com/office/drawing/2014/main" id="{9F11CD0A-A270-4DB2-9FCA-BA55A2B1F0DE}"/>
              </a:ext>
            </a:extLst>
          </p:cNvPr>
          <p:cNvSpPr/>
          <p:nvPr userDrawn="1"/>
        </p:nvSpPr>
        <p:spPr>
          <a:xfrm>
            <a:off x="2505076"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addin_image</a:t>
            </a:r>
            <a:endParaRPr lang="nb-NO" dirty="0"/>
          </a:p>
        </p:txBody>
      </p:sp>
      <p:sp>
        <p:nvSpPr>
          <p:cNvPr id="21" name="addin_grouplist" hidden="1">
            <a:extLst>
              <a:ext uri="{FF2B5EF4-FFF2-40B4-BE49-F238E27FC236}">
                <a16:creationId xmlns:a16="http://schemas.microsoft.com/office/drawing/2014/main" id="{DB6D9EA2-99A8-4372-A598-0B5D60587726}"/>
              </a:ext>
            </a:extLst>
          </p:cNvPr>
          <p:cNvSpPr/>
          <p:nvPr userDrawn="1"/>
        </p:nvSpPr>
        <p:spPr>
          <a:xfrm>
            <a:off x="4973338"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kern="1200" dirty="0" err="1">
                <a:solidFill>
                  <a:schemeClr val="lt1"/>
                </a:solidFill>
                <a:latin typeface="+mn-lt"/>
                <a:ea typeface="+mn-ea"/>
                <a:cs typeface="+mn-cs"/>
              </a:rPr>
              <a:t>SkiftBakgrunnGroup</a:t>
            </a:r>
            <a:endParaRPr lang="nb-NO" dirty="0"/>
          </a:p>
        </p:txBody>
      </p:sp>
      <p:sp>
        <p:nvSpPr>
          <p:cNvPr id="22" name="addin_logo" hidden="1">
            <a:extLst>
              <a:ext uri="{FF2B5EF4-FFF2-40B4-BE49-F238E27FC236}">
                <a16:creationId xmlns:a16="http://schemas.microsoft.com/office/drawing/2014/main" id="{A4926120-738A-4FCE-960F-FA718D9B088F}"/>
              </a:ext>
            </a:extLst>
          </p:cNvPr>
          <p:cNvSpPr/>
          <p:nvPr userDrawn="1"/>
        </p:nvSpPr>
        <p:spPr>
          <a:xfrm>
            <a:off x="744160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addin_logo</a:t>
            </a:r>
            <a:endParaRPr lang="nb-NO" dirty="0"/>
          </a:p>
        </p:txBody>
      </p:sp>
    </p:spTree>
    <p:extLst>
      <p:ext uri="{BB962C8B-B14F-4D97-AF65-F5344CB8AC3E}">
        <p14:creationId xmlns:p14="http://schemas.microsoft.com/office/powerpoint/2010/main" val="1936681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orside Fakultet Uthevet Tittel">
    <p:spTree>
      <p:nvGrpSpPr>
        <p:cNvPr id="1" name=""/>
        <p:cNvGrpSpPr/>
        <p:nvPr/>
      </p:nvGrpSpPr>
      <p:grpSpPr>
        <a:xfrm>
          <a:off x="0" y="0"/>
          <a:ext cx="0" cy="0"/>
          <a:chOff x="0" y="0"/>
          <a:chExt cx="0" cy="0"/>
        </a:xfrm>
      </p:grpSpPr>
      <p:sp>
        <p:nvSpPr>
          <p:cNvPr id="23" name="Text Placeholder 2" descr="Bakgrunn">
            <a:extLst>
              <a:ext uri="{FF2B5EF4-FFF2-40B4-BE49-F238E27FC236}">
                <a16:creationId xmlns:a16="http://schemas.microsoft.com/office/drawing/2014/main" id="{16BE45C5-2FD6-4365-884E-E7211BA9F811}"/>
              </a:ext>
            </a:extLst>
          </p:cNvPr>
          <p:cNvSpPr>
            <a:spLocks noGrp="1"/>
          </p:cNvSpPr>
          <p:nvPr>
            <p:ph type="body" sz="quarter" idx="19" hasCustomPrompt="1"/>
          </p:nvPr>
        </p:nvSpPr>
        <p:spPr>
          <a:xfrm>
            <a:off x="6214641" y="0"/>
            <a:ext cx="5973955" cy="6858000"/>
          </a:xfrm>
          <a:solidFill>
            <a:schemeClr val="accent4"/>
          </a:solidFill>
        </p:spPr>
        <p:txBody>
          <a:bodyPr/>
          <a:lstStyle>
            <a:lvl1pPr marL="0" indent="0">
              <a:buNone/>
              <a:defRPr sz="200">
                <a:solidFill>
                  <a:srgbClr val="010000"/>
                </a:solidFill>
              </a:defRPr>
            </a:lvl1pPr>
          </a:lstStyle>
          <a:p>
            <a:pPr lvl="0"/>
            <a:r>
              <a:rPr lang="en-US" dirty="0"/>
              <a:t> </a:t>
            </a:r>
          </a:p>
        </p:txBody>
      </p:sp>
      <p:sp>
        <p:nvSpPr>
          <p:cNvPr id="6" name="Picture Placeholder 5">
            <a:extLst>
              <a:ext uri="{FF2B5EF4-FFF2-40B4-BE49-F238E27FC236}">
                <a16:creationId xmlns:a16="http://schemas.microsoft.com/office/drawing/2014/main" id="{8FC80015-4906-4750-9E68-18BCB837A813}"/>
              </a:ext>
            </a:extLst>
          </p:cNvPr>
          <p:cNvSpPr>
            <a:spLocks noGrp="1"/>
          </p:cNvSpPr>
          <p:nvPr>
            <p:ph type="pic" sz="quarter" idx="20"/>
          </p:nvPr>
        </p:nvSpPr>
        <p:spPr>
          <a:xfrm>
            <a:off x="6215063" y="0"/>
            <a:ext cx="5976937" cy="6858000"/>
          </a:xfrm>
        </p:spPr>
        <p:txBody>
          <a:bodyPr/>
          <a:lstStyle>
            <a:lvl1pPr marL="0" indent="0">
              <a:buNone/>
              <a:defRPr/>
            </a:lvl1pPr>
          </a:lstStyle>
          <a:p>
            <a:r>
              <a:rPr lang="nb-NO"/>
              <a:t>Klikk på ikonet for å legge til et bilde</a:t>
            </a:r>
            <a:endParaRPr lang="en-US" dirty="0"/>
          </a:p>
        </p:txBody>
      </p:sp>
      <p:sp>
        <p:nvSpPr>
          <p:cNvPr id="29" name="Text Placeholder 8">
            <a:extLst>
              <a:ext uri="{FF2B5EF4-FFF2-40B4-BE49-F238E27FC236}">
                <a16:creationId xmlns:a16="http://schemas.microsoft.com/office/drawing/2014/main" id="{B116A28A-122D-47FC-B20F-2DE6D034FBA4}"/>
              </a:ext>
            </a:extLst>
          </p:cNvPr>
          <p:cNvSpPr>
            <a:spLocks noGrp="1"/>
          </p:cNvSpPr>
          <p:nvPr>
            <p:ph type="body" sz="quarter" idx="14" hasCustomPrompt="1"/>
          </p:nvPr>
        </p:nvSpPr>
        <p:spPr>
          <a:xfrm>
            <a:off x="382847" y="341458"/>
            <a:ext cx="5071557" cy="207999"/>
          </a:xfrm>
          <a:solidFill>
            <a:srgbClr val="0000FE">
              <a:alpha val="0"/>
            </a:srgbClr>
          </a:solidFill>
        </p:spPr>
        <p:txBody>
          <a:bodyPr/>
          <a:lstStyle>
            <a:lvl1pPr marL="0" indent="0">
              <a:buNone/>
              <a:defRPr sz="1200"/>
            </a:lvl1pPr>
          </a:lstStyle>
          <a:p>
            <a:pPr lvl="0"/>
            <a:r>
              <a:rPr lang="en-US" dirty="0" err="1">
                <a:latin typeface="Arial, sans-serif"/>
              </a:rPr>
              <a:t>Velg</a:t>
            </a:r>
            <a:r>
              <a:rPr lang="en-US" dirty="0">
                <a:latin typeface="Arial, sans-serif"/>
              </a:rPr>
              <a:t> </a:t>
            </a:r>
            <a:r>
              <a:rPr lang="en-US" dirty="0" err="1">
                <a:latin typeface="Arial, sans-serif"/>
              </a:rPr>
              <a:t>fakultet</a:t>
            </a:r>
            <a:r>
              <a:rPr lang="en-US" dirty="0">
                <a:latin typeface="Arial, sans-serif"/>
              </a:rPr>
              <a:t> </a:t>
            </a:r>
            <a:r>
              <a:rPr lang="en-US" dirty="0" err="1">
                <a:latin typeface="Arial, sans-serif"/>
              </a:rPr>
              <a:t>fra</a:t>
            </a:r>
            <a:r>
              <a:rPr lang="en-US" dirty="0">
                <a:latin typeface="Arial, sans-serif"/>
              </a:rPr>
              <a:t> </a:t>
            </a:r>
            <a:r>
              <a:rPr lang="en-US" dirty="0" err="1">
                <a:latin typeface="Arial, sans-serif"/>
              </a:rPr>
              <a:t>nedtrekksmenyen</a:t>
            </a:r>
            <a:endParaRPr lang="nb-NO" noProof="0" dirty="0"/>
          </a:p>
        </p:txBody>
      </p:sp>
      <p:sp>
        <p:nvSpPr>
          <p:cNvPr id="15" name="Title 1">
            <a:extLst>
              <a:ext uri="{FF2B5EF4-FFF2-40B4-BE49-F238E27FC236}">
                <a16:creationId xmlns:a16="http://schemas.microsoft.com/office/drawing/2014/main" id="{1A99F6BB-7452-4A97-9D6D-C9C80D04D213}"/>
              </a:ext>
            </a:extLst>
          </p:cNvPr>
          <p:cNvSpPr>
            <a:spLocks noGrp="1"/>
          </p:cNvSpPr>
          <p:nvPr>
            <p:ph type="ctrTitle"/>
          </p:nvPr>
        </p:nvSpPr>
        <p:spPr>
          <a:xfrm>
            <a:off x="375634" y="2283763"/>
            <a:ext cx="5075367" cy="1650530"/>
          </a:xfrm>
        </p:spPr>
        <p:txBody>
          <a:bodyPr anchor="t"/>
          <a:lstStyle>
            <a:lvl1pPr algn="l">
              <a:lnSpc>
                <a:spcPct val="100000"/>
              </a:lnSpc>
              <a:defRPr sz="4501"/>
            </a:lvl1pPr>
          </a:lstStyle>
          <a:p>
            <a:r>
              <a:rPr lang="nb-NO" noProof="0"/>
              <a:t>Klikk for å redigere tittelstil</a:t>
            </a:r>
            <a:endParaRPr lang="nb-NO" noProof="0" dirty="0"/>
          </a:p>
        </p:txBody>
      </p:sp>
      <p:sp>
        <p:nvSpPr>
          <p:cNvPr id="28" name="Text Placeholder 8">
            <a:extLst>
              <a:ext uri="{FF2B5EF4-FFF2-40B4-BE49-F238E27FC236}">
                <a16:creationId xmlns:a16="http://schemas.microsoft.com/office/drawing/2014/main" id="{16F080F3-F66D-44E1-A274-51E675B7D76D}"/>
              </a:ext>
            </a:extLst>
          </p:cNvPr>
          <p:cNvSpPr>
            <a:spLocks noGrp="1"/>
          </p:cNvSpPr>
          <p:nvPr>
            <p:ph type="body" sz="quarter" idx="22" hasCustomPrompt="1"/>
          </p:nvPr>
        </p:nvSpPr>
        <p:spPr>
          <a:xfrm>
            <a:off x="379038" y="4112581"/>
            <a:ext cx="5080128" cy="226283"/>
          </a:xfrm>
        </p:spPr>
        <p:txBody>
          <a:bodyPr/>
          <a:lstStyle>
            <a:lvl1pPr marL="0" indent="0">
              <a:buNone/>
              <a:defRPr sz="1750"/>
            </a:lvl1pPr>
          </a:lstStyle>
          <a:p>
            <a:pPr lvl="0"/>
            <a:r>
              <a:rPr lang="nb-NO" dirty="0"/>
              <a:t>Navn Etternavn</a:t>
            </a:r>
            <a:endParaRPr lang="en-US" dirty="0"/>
          </a:p>
        </p:txBody>
      </p:sp>
      <p:sp>
        <p:nvSpPr>
          <p:cNvPr id="26" name="Text Placeholder 8">
            <a:extLst>
              <a:ext uri="{FF2B5EF4-FFF2-40B4-BE49-F238E27FC236}">
                <a16:creationId xmlns:a16="http://schemas.microsoft.com/office/drawing/2014/main" id="{2B993451-3DED-457B-B2BA-C0AD678BC4F0}"/>
              </a:ext>
            </a:extLst>
          </p:cNvPr>
          <p:cNvSpPr>
            <a:spLocks noGrp="1"/>
          </p:cNvSpPr>
          <p:nvPr>
            <p:ph type="body" sz="quarter" idx="16" hasCustomPrompt="1"/>
          </p:nvPr>
        </p:nvSpPr>
        <p:spPr>
          <a:xfrm>
            <a:off x="383800" y="4379312"/>
            <a:ext cx="5075366" cy="226283"/>
          </a:xfrm>
        </p:spPr>
        <p:txBody>
          <a:bodyPr/>
          <a:lstStyle>
            <a:lvl1pPr marL="0" indent="0">
              <a:buNone/>
              <a:defRPr sz="1750"/>
            </a:lvl1pPr>
          </a:lstStyle>
          <a:p>
            <a:pPr lvl="0"/>
            <a:r>
              <a:rPr lang="nb-NO" dirty="0"/>
              <a:t>Tittel</a:t>
            </a:r>
            <a:endParaRPr lang="en-US" dirty="0"/>
          </a:p>
        </p:txBody>
      </p:sp>
      <p:sp>
        <p:nvSpPr>
          <p:cNvPr id="27" name="Text Placeholder 8">
            <a:extLst>
              <a:ext uri="{FF2B5EF4-FFF2-40B4-BE49-F238E27FC236}">
                <a16:creationId xmlns:a16="http://schemas.microsoft.com/office/drawing/2014/main" id="{E4C943B6-9D87-4707-9BC0-AB5D348B81A6}"/>
              </a:ext>
            </a:extLst>
          </p:cNvPr>
          <p:cNvSpPr>
            <a:spLocks noGrp="1"/>
          </p:cNvSpPr>
          <p:nvPr>
            <p:ph type="body" sz="quarter" idx="17" hasCustomPrompt="1"/>
          </p:nvPr>
        </p:nvSpPr>
        <p:spPr>
          <a:xfrm>
            <a:off x="383800" y="4646043"/>
            <a:ext cx="5075367" cy="226283"/>
          </a:xfrm>
        </p:spPr>
        <p:txBody>
          <a:bodyPr/>
          <a:lstStyle>
            <a:lvl1pPr marL="0" indent="0">
              <a:buNone/>
              <a:defRPr sz="1750"/>
            </a:lvl1pPr>
          </a:lstStyle>
          <a:p>
            <a:pPr lvl="0"/>
            <a:r>
              <a:rPr lang="nb-NO" dirty="0"/>
              <a:t>Enhet</a:t>
            </a:r>
            <a:endParaRPr lang="en-US" dirty="0"/>
          </a:p>
        </p:txBody>
      </p:sp>
      <p:sp>
        <p:nvSpPr>
          <p:cNvPr id="25" name="Date Placeholder 3">
            <a:extLst>
              <a:ext uri="{FF2B5EF4-FFF2-40B4-BE49-F238E27FC236}">
                <a16:creationId xmlns:a16="http://schemas.microsoft.com/office/drawing/2014/main" id="{9138817D-ECF3-4F24-AB4D-EE86A7D38EC9}"/>
              </a:ext>
            </a:extLst>
          </p:cNvPr>
          <p:cNvSpPr>
            <a:spLocks noGrp="1"/>
          </p:cNvSpPr>
          <p:nvPr>
            <p:ph type="dt" sz="half" idx="10"/>
          </p:nvPr>
        </p:nvSpPr>
        <p:spPr>
          <a:xfrm>
            <a:off x="379038" y="5135118"/>
            <a:ext cx="5075367" cy="365125"/>
          </a:xfrm>
        </p:spPr>
        <p:txBody>
          <a:bodyPr lIns="0" tIns="0" rIns="0" bIns="0"/>
          <a:lstStyle>
            <a:lvl1pPr>
              <a:defRPr sz="1750">
                <a:solidFill>
                  <a:schemeClr val="tx1"/>
                </a:solidFill>
              </a:defRPr>
            </a:lvl1pPr>
          </a:lstStyle>
          <a:p>
            <a:endParaRPr lang="en-US" dirty="0"/>
          </a:p>
        </p:txBody>
      </p:sp>
      <p:pic>
        <p:nvPicPr>
          <p:cNvPr id="30" name="Graphic 29" descr="UiO segl">
            <a:extLst>
              <a:ext uri="{FF2B5EF4-FFF2-40B4-BE49-F238E27FC236}">
                <a16:creationId xmlns:a16="http://schemas.microsoft.com/office/drawing/2014/main" id="{E981D0C6-9965-4EA6-835B-007DA74548C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038" y="5945262"/>
            <a:ext cx="2078732" cy="538688"/>
          </a:xfrm>
          <a:prstGeom prst="rect">
            <a:avLst/>
          </a:prstGeom>
        </p:spPr>
      </p:pic>
      <p:sp>
        <p:nvSpPr>
          <p:cNvPr id="11" name="addin_colorlist" hidden="1">
            <a:extLst>
              <a:ext uri="{FF2B5EF4-FFF2-40B4-BE49-F238E27FC236}">
                <a16:creationId xmlns:a16="http://schemas.microsoft.com/office/drawing/2014/main" id="{FB8D8BF6-D27B-473E-8C7F-5564EC4E8842}"/>
              </a:ext>
            </a:extLst>
          </p:cNvPr>
          <p:cNvSpPr/>
          <p:nvPr userDrawn="1"/>
        </p:nvSpPr>
        <p:spPr>
          <a:xfrm>
            <a:off x="0" y="-1466578"/>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a:t>halv1, halv2, halv3, halv4, halv5, halv6, halv7, halv8</a:t>
            </a:r>
          </a:p>
        </p:txBody>
      </p:sp>
      <p:sp>
        <p:nvSpPr>
          <p:cNvPr id="12" name="addin_colorbox" hidden="1">
            <a:extLst>
              <a:ext uri="{FF2B5EF4-FFF2-40B4-BE49-F238E27FC236}">
                <a16:creationId xmlns:a16="http://schemas.microsoft.com/office/drawing/2014/main" id="{AEA2A8D1-CC8A-49D7-B5F3-4D3D31E797B5}"/>
              </a:ext>
            </a:extLst>
          </p:cNvPr>
          <p:cNvSpPr/>
          <p:nvPr userDrawn="1"/>
        </p:nvSpPr>
        <p:spPr>
          <a:xfrm>
            <a:off x="486187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addin_colorbox</a:t>
            </a:r>
            <a:endParaRPr lang="nb-NO" dirty="0"/>
          </a:p>
        </p:txBody>
      </p:sp>
      <p:sp>
        <p:nvSpPr>
          <p:cNvPr id="14" name="addin_title" hidden="1">
            <a:extLst>
              <a:ext uri="{FF2B5EF4-FFF2-40B4-BE49-F238E27FC236}">
                <a16:creationId xmlns:a16="http://schemas.microsoft.com/office/drawing/2014/main" id="{FA762AA7-0630-463D-983A-714A0FDC6D6B}"/>
              </a:ext>
            </a:extLst>
          </p:cNvPr>
          <p:cNvSpPr/>
          <p:nvPr userDrawn="1"/>
        </p:nvSpPr>
        <p:spPr>
          <a:xfrm>
            <a:off x="972374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addin_title</a:t>
            </a:r>
            <a:endParaRPr lang="nb-NO" dirty="0"/>
          </a:p>
        </p:txBody>
      </p:sp>
      <p:sp>
        <p:nvSpPr>
          <p:cNvPr id="19" name="addin_text" hidden="1">
            <a:extLst>
              <a:ext uri="{FF2B5EF4-FFF2-40B4-BE49-F238E27FC236}">
                <a16:creationId xmlns:a16="http://schemas.microsoft.com/office/drawing/2014/main" id="{BADFE346-6D41-462E-B93E-8A4581258439}"/>
              </a:ext>
            </a:extLst>
          </p:cNvPr>
          <p:cNvSpPr/>
          <p:nvPr userDrawn="1"/>
        </p:nvSpPr>
        <p:spPr>
          <a:xfrm>
            <a:off x="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addin_text</a:t>
            </a:r>
            <a:endParaRPr lang="nb-NO" dirty="0"/>
          </a:p>
        </p:txBody>
      </p:sp>
      <p:sp>
        <p:nvSpPr>
          <p:cNvPr id="20" name="addin_image" hidden="1">
            <a:extLst>
              <a:ext uri="{FF2B5EF4-FFF2-40B4-BE49-F238E27FC236}">
                <a16:creationId xmlns:a16="http://schemas.microsoft.com/office/drawing/2014/main" id="{2F05EFBC-3D55-4A55-AC99-18A584A64FD7}"/>
              </a:ext>
            </a:extLst>
          </p:cNvPr>
          <p:cNvSpPr/>
          <p:nvPr userDrawn="1"/>
        </p:nvSpPr>
        <p:spPr>
          <a:xfrm>
            <a:off x="2505076"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addin_image</a:t>
            </a:r>
            <a:endParaRPr lang="nb-NO" dirty="0"/>
          </a:p>
        </p:txBody>
      </p:sp>
      <p:sp>
        <p:nvSpPr>
          <p:cNvPr id="21" name="addin_grouplist" hidden="1">
            <a:extLst>
              <a:ext uri="{FF2B5EF4-FFF2-40B4-BE49-F238E27FC236}">
                <a16:creationId xmlns:a16="http://schemas.microsoft.com/office/drawing/2014/main" id="{22529F69-78C3-4EA5-A8EF-DAED9CFEB726}"/>
              </a:ext>
            </a:extLst>
          </p:cNvPr>
          <p:cNvSpPr/>
          <p:nvPr userDrawn="1"/>
        </p:nvSpPr>
        <p:spPr>
          <a:xfrm>
            <a:off x="4973338"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kern="1200" dirty="0" err="1">
                <a:solidFill>
                  <a:schemeClr val="lt1"/>
                </a:solidFill>
                <a:latin typeface="+mn-lt"/>
                <a:ea typeface="+mn-ea"/>
                <a:cs typeface="+mn-cs"/>
              </a:rPr>
              <a:t>SkiftBakgrunnGroup</a:t>
            </a:r>
            <a:endParaRPr lang="nb-NO" dirty="0"/>
          </a:p>
        </p:txBody>
      </p:sp>
      <p:sp>
        <p:nvSpPr>
          <p:cNvPr id="22" name="addin_logo" hidden="1">
            <a:extLst>
              <a:ext uri="{FF2B5EF4-FFF2-40B4-BE49-F238E27FC236}">
                <a16:creationId xmlns:a16="http://schemas.microsoft.com/office/drawing/2014/main" id="{26D5A990-E30B-4E3A-A5A7-8F106A934ECB}"/>
              </a:ext>
            </a:extLst>
          </p:cNvPr>
          <p:cNvSpPr/>
          <p:nvPr userDrawn="1"/>
        </p:nvSpPr>
        <p:spPr>
          <a:xfrm>
            <a:off x="744160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addin_logo</a:t>
            </a:r>
            <a:endParaRPr lang="nb-NO" dirty="0"/>
          </a:p>
        </p:txBody>
      </p:sp>
    </p:spTree>
    <p:extLst>
      <p:ext uri="{BB962C8B-B14F-4D97-AF65-F5344CB8AC3E}">
        <p14:creationId xmlns:p14="http://schemas.microsoft.com/office/powerpoint/2010/main" val="3276058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orside Institutt Bilde">
    <p:spTree>
      <p:nvGrpSpPr>
        <p:cNvPr id="1" name=""/>
        <p:cNvGrpSpPr/>
        <p:nvPr/>
      </p:nvGrpSpPr>
      <p:grpSpPr>
        <a:xfrm>
          <a:off x="0" y="0"/>
          <a:ext cx="0" cy="0"/>
          <a:chOff x="0" y="0"/>
          <a:chExt cx="0" cy="0"/>
        </a:xfrm>
      </p:grpSpPr>
      <p:sp>
        <p:nvSpPr>
          <p:cNvPr id="23" name="Text Placeholder 2" descr="Bakgrunn">
            <a:extLst>
              <a:ext uri="{FF2B5EF4-FFF2-40B4-BE49-F238E27FC236}">
                <a16:creationId xmlns:a16="http://schemas.microsoft.com/office/drawing/2014/main" id="{4E3EE5B4-2D44-45E3-B636-1734E02BAC5F}"/>
              </a:ext>
            </a:extLst>
          </p:cNvPr>
          <p:cNvSpPr>
            <a:spLocks noGrp="1"/>
          </p:cNvSpPr>
          <p:nvPr>
            <p:ph type="body" sz="quarter" idx="18" hasCustomPrompt="1"/>
          </p:nvPr>
        </p:nvSpPr>
        <p:spPr>
          <a:xfrm>
            <a:off x="6214641" y="0"/>
            <a:ext cx="5973955" cy="6858000"/>
          </a:xfrm>
          <a:solidFill>
            <a:schemeClr val="accent4"/>
          </a:solidFill>
        </p:spPr>
        <p:txBody>
          <a:bodyPr/>
          <a:lstStyle>
            <a:lvl1pPr marL="0" indent="0">
              <a:buNone/>
              <a:defRPr sz="200">
                <a:solidFill>
                  <a:srgbClr val="010000"/>
                </a:solidFill>
              </a:defRPr>
            </a:lvl1pPr>
          </a:lstStyle>
          <a:p>
            <a:pPr lvl="0"/>
            <a:r>
              <a:rPr lang="en-US" dirty="0"/>
              <a:t> </a:t>
            </a:r>
          </a:p>
        </p:txBody>
      </p:sp>
      <p:sp>
        <p:nvSpPr>
          <p:cNvPr id="3" name="Picture Placeholder 2">
            <a:extLst>
              <a:ext uri="{FF2B5EF4-FFF2-40B4-BE49-F238E27FC236}">
                <a16:creationId xmlns:a16="http://schemas.microsoft.com/office/drawing/2014/main" id="{663D537D-BDA7-442F-85CC-77B15D3E9EBA}"/>
              </a:ext>
            </a:extLst>
          </p:cNvPr>
          <p:cNvSpPr>
            <a:spLocks noGrp="1"/>
          </p:cNvSpPr>
          <p:nvPr>
            <p:ph type="pic" sz="quarter" idx="19"/>
          </p:nvPr>
        </p:nvSpPr>
        <p:spPr>
          <a:xfrm>
            <a:off x="6209880" y="0"/>
            <a:ext cx="5982120" cy="6858000"/>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txBody>
          <a:bodyPr lIns="0" tIns="0" rIns="0" bIns="0"/>
          <a:lstStyle/>
          <a:p>
            <a:r>
              <a:rPr lang="nb-NO"/>
              <a:t>Klikk på ikonet for å legge til et bilde</a:t>
            </a:r>
            <a:endParaRPr lang="en-US"/>
          </a:p>
        </p:txBody>
      </p:sp>
      <p:sp>
        <p:nvSpPr>
          <p:cNvPr id="26" name="Text Placeholder 8">
            <a:extLst>
              <a:ext uri="{FF2B5EF4-FFF2-40B4-BE49-F238E27FC236}">
                <a16:creationId xmlns:a16="http://schemas.microsoft.com/office/drawing/2014/main" id="{EA343E91-A7F8-411F-8D9E-AD0CD04545F4}"/>
              </a:ext>
            </a:extLst>
          </p:cNvPr>
          <p:cNvSpPr>
            <a:spLocks noGrp="1"/>
          </p:cNvSpPr>
          <p:nvPr>
            <p:ph type="body" sz="quarter" idx="14" hasCustomPrompt="1"/>
          </p:nvPr>
        </p:nvSpPr>
        <p:spPr>
          <a:xfrm>
            <a:off x="382847" y="341458"/>
            <a:ext cx="5071557" cy="207999"/>
          </a:xfrm>
          <a:solidFill>
            <a:srgbClr val="0000FE">
              <a:alpha val="0"/>
            </a:srgbClr>
          </a:solidFill>
        </p:spPr>
        <p:txBody>
          <a:bodyPr/>
          <a:lstStyle>
            <a:lvl1pPr marL="0" indent="0">
              <a:buNone/>
              <a:defRPr sz="1200"/>
            </a:lvl1pPr>
          </a:lstStyle>
          <a:p>
            <a:pPr lvl="0"/>
            <a:r>
              <a:rPr lang="en-US" dirty="0" err="1">
                <a:latin typeface="Arial, sans-serif"/>
              </a:rPr>
              <a:t>Velg</a:t>
            </a:r>
            <a:r>
              <a:rPr lang="en-US" dirty="0">
                <a:latin typeface="Arial, sans-serif"/>
              </a:rPr>
              <a:t> </a:t>
            </a:r>
            <a:r>
              <a:rPr lang="en-US" dirty="0" err="1">
                <a:latin typeface="Arial, sans-serif"/>
              </a:rPr>
              <a:t>fakultet</a:t>
            </a:r>
            <a:r>
              <a:rPr lang="en-US" dirty="0">
                <a:latin typeface="Arial, sans-serif"/>
              </a:rPr>
              <a:t> </a:t>
            </a:r>
            <a:r>
              <a:rPr lang="en-US" dirty="0" err="1">
                <a:latin typeface="Arial, sans-serif"/>
              </a:rPr>
              <a:t>fra</a:t>
            </a:r>
            <a:r>
              <a:rPr lang="en-US" dirty="0">
                <a:latin typeface="Arial, sans-serif"/>
              </a:rPr>
              <a:t> </a:t>
            </a:r>
            <a:r>
              <a:rPr lang="en-US" dirty="0" err="1">
                <a:latin typeface="Arial, sans-serif"/>
              </a:rPr>
              <a:t>nedtrekksmenyen</a:t>
            </a:r>
            <a:endParaRPr lang="nb-NO" noProof="0" dirty="0"/>
          </a:p>
        </p:txBody>
      </p:sp>
      <p:sp>
        <p:nvSpPr>
          <p:cNvPr id="25" name="Text Placeholder 4">
            <a:extLst>
              <a:ext uri="{FF2B5EF4-FFF2-40B4-BE49-F238E27FC236}">
                <a16:creationId xmlns:a16="http://schemas.microsoft.com/office/drawing/2014/main" id="{9353483E-A81E-4295-A996-3D67CCCC2E09}"/>
              </a:ext>
            </a:extLst>
          </p:cNvPr>
          <p:cNvSpPr>
            <a:spLocks noGrp="1"/>
          </p:cNvSpPr>
          <p:nvPr>
            <p:ph type="body" sz="quarter" idx="20" hasCustomPrompt="1"/>
          </p:nvPr>
        </p:nvSpPr>
        <p:spPr>
          <a:xfrm>
            <a:off x="379038" y="653143"/>
            <a:ext cx="5075367" cy="1973624"/>
          </a:xfrm>
        </p:spPr>
        <p:txBody>
          <a:bodyPr/>
          <a:lstStyle>
            <a:lvl1pPr marL="0" indent="0">
              <a:buNone/>
              <a:defRPr lang="en-US" sz="4501" kern="1200" dirty="0">
                <a:solidFill>
                  <a:schemeClr val="tx1"/>
                </a:solidFill>
                <a:latin typeface="+mj-lt"/>
                <a:ea typeface="+mj-ea"/>
                <a:cs typeface="+mj-cs"/>
              </a:defRPr>
            </a:lvl1pPr>
          </a:lstStyle>
          <a:p>
            <a:pPr lvl="0"/>
            <a:r>
              <a:rPr lang="nb-NO" sz="4501" kern="1200" dirty="0">
                <a:solidFill>
                  <a:schemeClr val="tx1"/>
                </a:solidFill>
                <a:latin typeface="+mj-lt"/>
                <a:ea typeface="+mj-ea"/>
                <a:cs typeface="+mj-cs"/>
              </a:rPr>
              <a:t>Navn på institutt</a:t>
            </a:r>
            <a:endParaRPr lang="en-US" dirty="0"/>
          </a:p>
        </p:txBody>
      </p:sp>
      <p:sp>
        <p:nvSpPr>
          <p:cNvPr id="30" name="Text Placeholder 8">
            <a:extLst>
              <a:ext uri="{FF2B5EF4-FFF2-40B4-BE49-F238E27FC236}">
                <a16:creationId xmlns:a16="http://schemas.microsoft.com/office/drawing/2014/main" id="{A0F37DB2-E675-4E63-AD01-1D4996198F38}"/>
              </a:ext>
            </a:extLst>
          </p:cNvPr>
          <p:cNvSpPr>
            <a:spLocks noGrp="1"/>
          </p:cNvSpPr>
          <p:nvPr>
            <p:ph type="body" sz="quarter" idx="22" hasCustomPrompt="1"/>
          </p:nvPr>
        </p:nvSpPr>
        <p:spPr>
          <a:xfrm>
            <a:off x="379038" y="4112581"/>
            <a:ext cx="5080128" cy="226283"/>
          </a:xfrm>
        </p:spPr>
        <p:txBody>
          <a:bodyPr/>
          <a:lstStyle>
            <a:lvl1pPr marL="0" indent="0">
              <a:buNone/>
              <a:defRPr sz="1750"/>
            </a:lvl1pPr>
          </a:lstStyle>
          <a:p>
            <a:pPr lvl="0"/>
            <a:r>
              <a:rPr lang="nb-NO" dirty="0"/>
              <a:t>Navn Etternavn</a:t>
            </a:r>
            <a:endParaRPr lang="en-US" dirty="0"/>
          </a:p>
        </p:txBody>
      </p:sp>
      <p:sp>
        <p:nvSpPr>
          <p:cNvPr id="28" name="Text Placeholder 8">
            <a:extLst>
              <a:ext uri="{FF2B5EF4-FFF2-40B4-BE49-F238E27FC236}">
                <a16:creationId xmlns:a16="http://schemas.microsoft.com/office/drawing/2014/main" id="{AF5E8745-EB5B-4C17-A308-AC6088BCA617}"/>
              </a:ext>
            </a:extLst>
          </p:cNvPr>
          <p:cNvSpPr>
            <a:spLocks noGrp="1"/>
          </p:cNvSpPr>
          <p:nvPr>
            <p:ph type="body" sz="quarter" idx="16" hasCustomPrompt="1"/>
          </p:nvPr>
        </p:nvSpPr>
        <p:spPr>
          <a:xfrm>
            <a:off x="383800" y="4379312"/>
            <a:ext cx="5075366" cy="226283"/>
          </a:xfrm>
        </p:spPr>
        <p:txBody>
          <a:bodyPr/>
          <a:lstStyle>
            <a:lvl1pPr marL="0" indent="0">
              <a:buNone/>
              <a:defRPr sz="1750"/>
            </a:lvl1pPr>
          </a:lstStyle>
          <a:p>
            <a:pPr lvl="0"/>
            <a:r>
              <a:rPr lang="nb-NO" dirty="0"/>
              <a:t>Tittel</a:t>
            </a:r>
            <a:endParaRPr lang="en-US" dirty="0"/>
          </a:p>
        </p:txBody>
      </p:sp>
      <p:sp>
        <p:nvSpPr>
          <p:cNvPr id="29" name="Text Placeholder 8">
            <a:extLst>
              <a:ext uri="{FF2B5EF4-FFF2-40B4-BE49-F238E27FC236}">
                <a16:creationId xmlns:a16="http://schemas.microsoft.com/office/drawing/2014/main" id="{7CB7E83F-937E-4B9E-830A-492432F3A4E8}"/>
              </a:ext>
            </a:extLst>
          </p:cNvPr>
          <p:cNvSpPr>
            <a:spLocks noGrp="1"/>
          </p:cNvSpPr>
          <p:nvPr>
            <p:ph type="body" sz="quarter" idx="17" hasCustomPrompt="1"/>
          </p:nvPr>
        </p:nvSpPr>
        <p:spPr>
          <a:xfrm>
            <a:off x="383800" y="4646043"/>
            <a:ext cx="5075367" cy="226283"/>
          </a:xfrm>
        </p:spPr>
        <p:txBody>
          <a:bodyPr/>
          <a:lstStyle>
            <a:lvl1pPr marL="0" indent="0">
              <a:buNone/>
              <a:defRPr sz="1750"/>
            </a:lvl1pPr>
          </a:lstStyle>
          <a:p>
            <a:pPr lvl="0"/>
            <a:r>
              <a:rPr lang="nb-NO" dirty="0"/>
              <a:t>Enhet</a:t>
            </a:r>
            <a:endParaRPr lang="en-US" dirty="0"/>
          </a:p>
        </p:txBody>
      </p:sp>
      <p:sp>
        <p:nvSpPr>
          <p:cNvPr id="27" name="Date Placeholder 3">
            <a:extLst>
              <a:ext uri="{FF2B5EF4-FFF2-40B4-BE49-F238E27FC236}">
                <a16:creationId xmlns:a16="http://schemas.microsoft.com/office/drawing/2014/main" id="{B8980526-4F9F-495D-A07D-8D82934AE66E}"/>
              </a:ext>
            </a:extLst>
          </p:cNvPr>
          <p:cNvSpPr>
            <a:spLocks noGrp="1"/>
          </p:cNvSpPr>
          <p:nvPr>
            <p:ph type="dt" sz="half" idx="10"/>
          </p:nvPr>
        </p:nvSpPr>
        <p:spPr>
          <a:xfrm>
            <a:off x="379038" y="5135118"/>
            <a:ext cx="5075367" cy="365125"/>
          </a:xfrm>
        </p:spPr>
        <p:txBody>
          <a:bodyPr lIns="0" tIns="0" rIns="0" bIns="0"/>
          <a:lstStyle>
            <a:lvl1pPr>
              <a:defRPr sz="1750">
                <a:solidFill>
                  <a:schemeClr val="tx1"/>
                </a:solidFill>
              </a:defRPr>
            </a:lvl1pPr>
          </a:lstStyle>
          <a:p>
            <a:endParaRPr lang="en-US" dirty="0"/>
          </a:p>
        </p:txBody>
      </p:sp>
      <p:pic>
        <p:nvPicPr>
          <p:cNvPr id="31" name="Graphic 30" descr="UiO segl">
            <a:extLst>
              <a:ext uri="{FF2B5EF4-FFF2-40B4-BE49-F238E27FC236}">
                <a16:creationId xmlns:a16="http://schemas.microsoft.com/office/drawing/2014/main" id="{9BE98BF2-9E12-4468-BCAE-2A3B441A6E8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79038" y="5945262"/>
            <a:ext cx="2078732" cy="538688"/>
          </a:xfrm>
          <a:prstGeom prst="rect">
            <a:avLst/>
          </a:prstGeom>
        </p:spPr>
      </p:pic>
      <p:sp>
        <p:nvSpPr>
          <p:cNvPr id="10" name="addin_colorlist" hidden="1">
            <a:extLst>
              <a:ext uri="{FF2B5EF4-FFF2-40B4-BE49-F238E27FC236}">
                <a16:creationId xmlns:a16="http://schemas.microsoft.com/office/drawing/2014/main" id="{31A16B11-9453-4838-96C7-0B2173D11399}"/>
              </a:ext>
            </a:extLst>
          </p:cNvPr>
          <p:cNvSpPr/>
          <p:nvPr userDrawn="1"/>
        </p:nvSpPr>
        <p:spPr>
          <a:xfrm>
            <a:off x="0" y="-1466578"/>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a:t>halv1, halv2, halv3, halv4, halv5, halv6, halv7, halv8</a:t>
            </a:r>
          </a:p>
        </p:txBody>
      </p:sp>
      <p:sp>
        <p:nvSpPr>
          <p:cNvPr id="11" name="addin_colorbox" hidden="1">
            <a:extLst>
              <a:ext uri="{FF2B5EF4-FFF2-40B4-BE49-F238E27FC236}">
                <a16:creationId xmlns:a16="http://schemas.microsoft.com/office/drawing/2014/main" id="{D1415340-24A4-4DEA-BEFB-EEC4384292C0}"/>
              </a:ext>
            </a:extLst>
          </p:cNvPr>
          <p:cNvSpPr/>
          <p:nvPr userDrawn="1"/>
        </p:nvSpPr>
        <p:spPr>
          <a:xfrm>
            <a:off x="486187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addin_colorbox</a:t>
            </a:r>
            <a:endParaRPr lang="nb-NO" dirty="0"/>
          </a:p>
        </p:txBody>
      </p:sp>
      <p:sp>
        <p:nvSpPr>
          <p:cNvPr id="12" name="addin_title" hidden="1">
            <a:extLst>
              <a:ext uri="{FF2B5EF4-FFF2-40B4-BE49-F238E27FC236}">
                <a16:creationId xmlns:a16="http://schemas.microsoft.com/office/drawing/2014/main" id="{9F75B8A5-5BF9-4EC4-8BB6-C6D3F7E34839}"/>
              </a:ext>
            </a:extLst>
          </p:cNvPr>
          <p:cNvSpPr/>
          <p:nvPr userDrawn="1"/>
        </p:nvSpPr>
        <p:spPr>
          <a:xfrm>
            <a:off x="972374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addin_title</a:t>
            </a:r>
            <a:endParaRPr lang="nb-NO" dirty="0"/>
          </a:p>
        </p:txBody>
      </p:sp>
      <p:sp>
        <p:nvSpPr>
          <p:cNvPr id="19" name="addin_text" hidden="1">
            <a:extLst>
              <a:ext uri="{FF2B5EF4-FFF2-40B4-BE49-F238E27FC236}">
                <a16:creationId xmlns:a16="http://schemas.microsoft.com/office/drawing/2014/main" id="{4E3B39B7-9751-440D-A9AB-82782D8FC8DF}"/>
              </a:ext>
            </a:extLst>
          </p:cNvPr>
          <p:cNvSpPr/>
          <p:nvPr userDrawn="1"/>
        </p:nvSpPr>
        <p:spPr>
          <a:xfrm>
            <a:off x="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addin_text</a:t>
            </a:r>
            <a:endParaRPr lang="nb-NO" dirty="0"/>
          </a:p>
        </p:txBody>
      </p:sp>
      <p:sp>
        <p:nvSpPr>
          <p:cNvPr id="20" name="addin_image" hidden="1">
            <a:extLst>
              <a:ext uri="{FF2B5EF4-FFF2-40B4-BE49-F238E27FC236}">
                <a16:creationId xmlns:a16="http://schemas.microsoft.com/office/drawing/2014/main" id="{9F11CD0A-A270-4DB2-9FCA-BA55A2B1F0DE}"/>
              </a:ext>
            </a:extLst>
          </p:cNvPr>
          <p:cNvSpPr/>
          <p:nvPr userDrawn="1"/>
        </p:nvSpPr>
        <p:spPr>
          <a:xfrm>
            <a:off x="2505076"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addin_image</a:t>
            </a:r>
            <a:endParaRPr lang="nb-NO" dirty="0"/>
          </a:p>
        </p:txBody>
      </p:sp>
      <p:sp>
        <p:nvSpPr>
          <p:cNvPr id="21" name="addin_grouplist" hidden="1">
            <a:extLst>
              <a:ext uri="{FF2B5EF4-FFF2-40B4-BE49-F238E27FC236}">
                <a16:creationId xmlns:a16="http://schemas.microsoft.com/office/drawing/2014/main" id="{DB6D9EA2-99A8-4372-A598-0B5D60587726}"/>
              </a:ext>
            </a:extLst>
          </p:cNvPr>
          <p:cNvSpPr/>
          <p:nvPr userDrawn="1"/>
        </p:nvSpPr>
        <p:spPr>
          <a:xfrm>
            <a:off x="4973338"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kern="1200" dirty="0" err="1">
                <a:solidFill>
                  <a:schemeClr val="lt1"/>
                </a:solidFill>
                <a:latin typeface="+mn-lt"/>
                <a:ea typeface="+mn-ea"/>
                <a:cs typeface="+mn-cs"/>
              </a:rPr>
              <a:t>SkiftBakgrunnGroup</a:t>
            </a:r>
            <a:endParaRPr lang="nb-NO" dirty="0"/>
          </a:p>
        </p:txBody>
      </p:sp>
      <p:sp>
        <p:nvSpPr>
          <p:cNvPr id="22" name="addin_logo" hidden="1">
            <a:extLst>
              <a:ext uri="{FF2B5EF4-FFF2-40B4-BE49-F238E27FC236}">
                <a16:creationId xmlns:a16="http://schemas.microsoft.com/office/drawing/2014/main" id="{A4926120-738A-4FCE-960F-FA718D9B088F}"/>
              </a:ext>
            </a:extLst>
          </p:cNvPr>
          <p:cNvSpPr/>
          <p:nvPr userDrawn="1"/>
        </p:nvSpPr>
        <p:spPr>
          <a:xfrm>
            <a:off x="744160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addin_logo</a:t>
            </a:r>
            <a:endParaRPr lang="nb-NO" dirty="0"/>
          </a:p>
        </p:txBody>
      </p:sp>
    </p:spTree>
    <p:extLst>
      <p:ext uri="{BB962C8B-B14F-4D97-AF65-F5344CB8AC3E}">
        <p14:creationId xmlns:p14="http://schemas.microsoft.com/office/powerpoint/2010/main" val="2569172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orside Institutt Farge/Innhold">
    <p:spTree>
      <p:nvGrpSpPr>
        <p:cNvPr id="1" name=""/>
        <p:cNvGrpSpPr/>
        <p:nvPr/>
      </p:nvGrpSpPr>
      <p:grpSpPr>
        <a:xfrm>
          <a:off x="0" y="0"/>
          <a:ext cx="0" cy="0"/>
          <a:chOff x="0" y="0"/>
          <a:chExt cx="0" cy="0"/>
        </a:xfrm>
      </p:grpSpPr>
      <p:sp>
        <p:nvSpPr>
          <p:cNvPr id="23" name="Text Placeholder 2" descr="Bakgrunn">
            <a:extLst>
              <a:ext uri="{FF2B5EF4-FFF2-40B4-BE49-F238E27FC236}">
                <a16:creationId xmlns:a16="http://schemas.microsoft.com/office/drawing/2014/main" id="{4E3EE5B4-2D44-45E3-B636-1734E02BAC5F}"/>
              </a:ext>
            </a:extLst>
          </p:cNvPr>
          <p:cNvSpPr>
            <a:spLocks noGrp="1"/>
          </p:cNvSpPr>
          <p:nvPr>
            <p:ph type="body" sz="quarter" idx="18" hasCustomPrompt="1"/>
          </p:nvPr>
        </p:nvSpPr>
        <p:spPr>
          <a:xfrm>
            <a:off x="6214641" y="0"/>
            <a:ext cx="5973955" cy="6858000"/>
          </a:xfrm>
          <a:solidFill>
            <a:schemeClr val="accent4"/>
          </a:solidFill>
        </p:spPr>
        <p:txBody>
          <a:bodyPr/>
          <a:lstStyle>
            <a:lvl1pPr marL="0" indent="0">
              <a:buNone/>
              <a:defRPr sz="200">
                <a:solidFill>
                  <a:srgbClr val="010000"/>
                </a:solidFill>
              </a:defRPr>
            </a:lvl1pPr>
          </a:lstStyle>
          <a:p>
            <a:pPr lvl="0"/>
            <a:r>
              <a:rPr lang="en-US" dirty="0"/>
              <a:t> </a:t>
            </a:r>
          </a:p>
        </p:txBody>
      </p:sp>
      <p:sp>
        <p:nvSpPr>
          <p:cNvPr id="14" name="Content Placeholder 17">
            <a:extLst>
              <a:ext uri="{FF2B5EF4-FFF2-40B4-BE49-F238E27FC236}">
                <a16:creationId xmlns:a16="http://schemas.microsoft.com/office/drawing/2014/main" id="{F839063B-4438-46C0-A11A-618196F76696}"/>
              </a:ext>
            </a:extLst>
          </p:cNvPr>
          <p:cNvSpPr>
            <a:spLocks noGrp="1"/>
          </p:cNvSpPr>
          <p:nvPr>
            <p:ph sz="quarter" idx="12" hasCustomPrompt="1"/>
          </p:nvPr>
        </p:nvSpPr>
        <p:spPr>
          <a:xfrm>
            <a:off x="6209880" y="0"/>
            <a:ext cx="5982120" cy="6858000"/>
          </a:xfrm>
          <a:prstGeom prst="rect">
            <a:avLst/>
          </a:prstGeom>
          <a:noFill/>
        </p:spPr>
        <p:txBody>
          <a:bodyPr lIns="0" tIns="0" rIns="0" bIns="0"/>
          <a:lstStyle>
            <a:lvl1pPr>
              <a:buNone/>
              <a:defRPr/>
            </a:lvl1pPr>
          </a:lstStyle>
          <a:p>
            <a:pPr lvl="0"/>
            <a:r>
              <a:rPr lang="nb-NO" dirty="0"/>
              <a:t> </a:t>
            </a:r>
            <a:endParaRPr lang="en-US" dirty="0"/>
          </a:p>
        </p:txBody>
      </p:sp>
      <p:sp>
        <p:nvSpPr>
          <p:cNvPr id="25" name="Text Placeholder 8">
            <a:extLst>
              <a:ext uri="{FF2B5EF4-FFF2-40B4-BE49-F238E27FC236}">
                <a16:creationId xmlns:a16="http://schemas.microsoft.com/office/drawing/2014/main" id="{542A6449-D96E-414F-A604-C4E12FC569EA}"/>
              </a:ext>
            </a:extLst>
          </p:cNvPr>
          <p:cNvSpPr>
            <a:spLocks noGrp="1"/>
          </p:cNvSpPr>
          <p:nvPr>
            <p:ph type="body" sz="quarter" idx="14" hasCustomPrompt="1"/>
          </p:nvPr>
        </p:nvSpPr>
        <p:spPr>
          <a:xfrm>
            <a:off x="382847" y="341458"/>
            <a:ext cx="5071557" cy="207999"/>
          </a:xfrm>
          <a:solidFill>
            <a:srgbClr val="0000FE">
              <a:alpha val="0"/>
            </a:srgbClr>
          </a:solidFill>
        </p:spPr>
        <p:txBody>
          <a:bodyPr/>
          <a:lstStyle>
            <a:lvl1pPr marL="0" indent="0">
              <a:buNone/>
              <a:defRPr sz="1200"/>
            </a:lvl1pPr>
          </a:lstStyle>
          <a:p>
            <a:pPr lvl="0"/>
            <a:r>
              <a:rPr lang="en-US" dirty="0" err="1">
                <a:latin typeface="Arial, sans-serif"/>
              </a:rPr>
              <a:t>Velg</a:t>
            </a:r>
            <a:r>
              <a:rPr lang="en-US" dirty="0">
                <a:latin typeface="Arial, sans-serif"/>
              </a:rPr>
              <a:t> </a:t>
            </a:r>
            <a:r>
              <a:rPr lang="en-US" dirty="0" err="1">
                <a:latin typeface="Arial, sans-serif"/>
              </a:rPr>
              <a:t>fakultet</a:t>
            </a:r>
            <a:r>
              <a:rPr lang="en-US" dirty="0">
                <a:latin typeface="Arial, sans-serif"/>
              </a:rPr>
              <a:t> </a:t>
            </a:r>
            <a:r>
              <a:rPr lang="en-US" dirty="0" err="1">
                <a:latin typeface="Arial, sans-serif"/>
              </a:rPr>
              <a:t>fra</a:t>
            </a:r>
            <a:r>
              <a:rPr lang="en-US" dirty="0">
                <a:latin typeface="Arial, sans-serif"/>
              </a:rPr>
              <a:t> </a:t>
            </a:r>
            <a:r>
              <a:rPr lang="en-US" dirty="0" err="1">
                <a:latin typeface="Arial, sans-serif"/>
              </a:rPr>
              <a:t>nedtrekksmenyen</a:t>
            </a:r>
            <a:endParaRPr lang="nb-NO" noProof="0" dirty="0"/>
          </a:p>
        </p:txBody>
      </p:sp>
      <p:sp>
        <p:nvSpPr>
          <p:cNvPr id="5" name="Text Placeholder 4">
            <a:extLst>
              <a:ext uri="{FF2B5EF4-FFF2-40B4-BE49-F238E27FC236}">
                <a16:creationId xmlns:a16="http://schemas.microsoft.com/office/drawing/2014/main" id="{03E20FF9-F861-400C-878F-01B664860162}"/>
              </a:ext>
            </a:extLst>
          </p:cNvPr>
          <p:cNvSpPr>
            <a:spLocks noGrp="1"/>
          </p:cNvSpPr>
          <p:nvPr>
            <p:ph type="body" sz="quarter" idx="19" hasCustomPrompt="1"/>
          </p:nvPr>
        </p:nvSpPr>
        <p:spPr>
          <a:xfrm>
            <a:off x="379038" y="653143"/>
            <a:ext cx="5075367" cy="1973624"/>
          </a:xfrm>
        </p:spPr>
        <p:txBody>
          <a:bodyPr/>
          <a:lstStyle>
            <a:lvl1pPr marL="0" indent="0">
              <a:buNone/>
              <a:defRPr lang="en-US" sz="4501" kern="1200" dirty="0">
                <a:solidFill>
                  <a:schemeClr val="tx1"/>
                </a:solidFill>
                <a:latin typeface="+mj-lt"/>
                <a:ea typeface="+mj-ea"/>
                <a:cs typeface="+mj-cs"/>
              </a:defRPr>
            </a:lvl1pPr>
          </a:lstStyle>
          <a:p>
            <a:pPr lvl="0"/>
            <a:r>
              <a:rPr lang="nb-NO" sz="4501" kern="1200" dirty="0">
                <a:solidFill>
                  <a:schemeClr val="tx1"/>
                </a:solidFill>
                <a:latin typeface="+mj-lt"/>
                <a:ea typeface="+mj-ea"/>
                <a:cs typeface="+mj-cs"/>
              </a:rPr>
              <a:t>Navn på institutt</a:t>
            </a:r>
            <a:endParaRPr lang="en-US" dirty="0"/>
          </a:p>
        </p:txBody>
      </p:sp>
      <p:sp>
        <p:nvSpPr>
          <p:cNvPr id="29" name="Text Placeholder 8">
            <a:extLst>
              <a:ext uri="{FF2B5EF4-FFF2-40B4-BE49-F238E27FC236}">
                <a16:creationId xmlns:a16="http://schemas.microsoft.com/office/drawing/2014/main" id="{D729F8AC-6A5E-427F-BADE-EA072C6164CF}"/>
              </a:ext>
            </a:extLst>
          </p:cNvPr>
          <p:cNvSpPr>
            <a:spLocks noGrp="1"/>
          </p:cNvSpPr>
          <p:nvPr>
            <p:ph type="body" sz="quarter" idx="22" hasCustomPrompt="1"/>
          </p:nvPr>
        </p:nvSpPr>
        <p:spPr>
          <a:xfrm>
            <a:off x="379038" y="4112581"/>
            <a:ext cx="5080128" cy="226283"/>
          </a:xfrm>
        </p:spPr>
        <p:txBody>
          <a:bodyPr/>
          <a:lstStyle>
            <a:lvl1pPr marL="0" indent="0">
              <a:buNone/>
              <a:defRPr sz="1750"/>
            </a:lvl1pPr>
          </a:lstStyle>
          <a:p>
            <a:pPr lvl="0"/>
            <a:r>
              <a:rPr lang="nb-NO" dirty="0"/>
              <a:t>Navn Etternavn</a:t>
            </a:r>
            <a:endParaRPr lang="en-US" dirty="0"/>
          </a:p>
        </p:txBody>
      </p:sp>
      <p:sp>
        <p:nvSpPr>
          <p:cNvPr id="27" name="Text Placeholder 8">
            <a:extLst>
              <a:ext uri="{FF2B5EF4-FFF2-40B4-BE49-F238E27FC236}">
                <a16:creationId xmlns:a16="http://schemas.microsoft.com/office/drawing/2014/main" id="{548DDD7D-1EE4-480A-9DFC-6999E44EAAFE}"/>
              </a:ext>
            </a:extLst>
          </p:cNvPr>
          <p:cNvSpPr>
            <a:spLocks noGrp="1"/>
          </p:cNvSpPr>
          <p:nvPr>
            <p:ph type="body" sz="quarter" idx="16" hasCustomPrompt="1"/>
          </p:nvPr>
        </p:nvSpPr>
        <p:spPr>
          <a:xfrm>
            <a:off x="383800" y="4379312"/>
            <a:ext cx="5075366" cy="226283"/>
          </a:xfrm>
        </p:spPr>
        <p:txBody>
          <a:bodyPr/>
          <a:lstStyle>
            <a:lvl1pPr marL="0" indent="0">
              <a:buNone/>
              <a:defRPr sz="1750"/>
            </a:lvl1pPr>
          </a:lstStyle>
          <a:p>
            <a:pPr lvl="0"/>
            <a:r>
              <a:rPr lang="nb-NO" dirty="0"/>
              <a:t>Tittel</a:t>
            </a:r>
            <a:endParaRPr lang="en-US" dirty="0"/>
          </a:p>
        </p:txBody>
      </p:sp>
      <p:sp>
        <p:nvSpPr>
          <p:cNvPr id="28" name="Text Placeholder 8">
            <a:extLst>
              <a:ext uri="{FF2B5EF4-FFF2-40B4-BE49-F238E27FC236}">
                <a16:creationId xmlns:a16="http://schemas.microsoft.com/office/drawing/2014/main" id="{94EC4BF0-912D-4C74-897D-7058B1C43F41}"/>
              </a:ext>
            </a:extLst>
          </p:cNvPr>
          <p:cNvSpPr>
            <a:spLocks noGrp="1"/>
          </p:cNvSpPr>
          <p:nvPr>
            <p:ph type="body" sz="quarter" idx="17" hasCustomPrompt="1"/>
          </p:nvPr>
        </p:nvSpPr>
        <p:spPr>
          <a:xfrm>
            <a:off x="383800" y="4646043"/>
            <a:ext cx="5075367" cy="226283"/>
          </a:xfrm>
        </p:spPr>
        <p:txBody>
          <a:bodyPr/>
          <a:lstStyle>
            <a:lvl1pPr marL="0" indent="0">
              <a:buNone/>
              <a:defRPr sz="1750"/>
            </a:lvl1pPr>
          </a:lstStyle>
          <a:p>
            <a:pPr lvl="0"/>
            <a:r>
              <a:rPr lang="nb-NO" dirty="0"/>
              <a:t>Enhet</a:t>
            </a:r>
            <a:endParaRPr lang="en-US" dirty="0"/>
          </a:p>
        </p:txBody>
      </p:sp>
      <p:sp>
        <p:nvSpPr>
          <p:cNvPr id="26" name="Date Placeholder 3">
            <a:extLst>
              <a:ext uri="{FF2B5EF4-FFF2-40B4-BE49-F238E27FC236}">
                <a16:creationId xmlns:a16="http://schemas.microsoft.com/office/drawing/2014/main" id="{4387C63E-1139-41C5-A5DA-C79344301899}"/>
              </a:ext>
            </a:extLst>
          </p:cNvPr>
          <p:cNvSpPr>
            <a:spLocks noGrp="1"/>
          </p:cNvSpPr>
          <p:nvPr>
            <p:ph type="dt" sz="half" idx="10"/>
          </p:nvPr>
        </p:nvSpPr>
        <p:spPr>
          <a:xfrm>
            <a:off x="379038" y="5135118"/>
            <a:ext cx="5075367" cy="365125"/>
          </a:xfrm>
        </p:spPr>
        <p:txBody>
          <a:bodyPr lIns="0" tIns="0" rIns="0" bIns="0"/>
          <a:lstStyle>
            <a:lvl1pPr>
              <a:defRPr sz="1750">
                <a:solidFill>
                  <a:schemeClr val="tx1"/>
                </a:solidFill>
              </a:defRPr>
            </a:lvl1pPr>
          </a:lstStyle>
          <a:p>
            <a:endParaRPr lang="en-US" dirty="0"/>
          </a:p>
        </p:txBody>
      </p:sp>
      <p:pic>
        <p:nvPicPr>
          <p:cNvPr id="30" name="Graphic 29" descr="UiO segl">
            <a:extLst>
              <a:ext uri="{FF2B5EF4-FFF2-40B4-BE49-F238E27FC236}">
                <a16:creationId xmlns:a16="http://schemas.microsoft.com/office/drawing/2014/main" id="{6E45B275-2917-4791-9D93-B119E57F1E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038" y="5945262"/>
            <a:ext cx="2078732" cy="538688"/>
          </a:xfrm>
          <a:prstGeom prst="rect">
            <a:avLst/>
          </a:prstGeom>
        </p:spPr>
      </p:pic>
      <p:sp>
        <p:nvSpPr>
          <p:cNvPr id="10" name="addin_colorlist" hidden="1">
            <a:extLst>
              <a:ext uri="{FF2B5EF4-FFF2-40B4-BE49-F238E27FC236}">
                <a16:creationId xmlns:a16="http://schemas.microsoft.com/office/drawing/2014/main" id="{31A16B11-9453-4838-96C7-0B2173D11399}"/>
              </a:ext>
            </a:extLst>
          </p:cNvPr>
          <p:cNvSpPr/>
          <p:nvPr userDrawn="1"/>
        </p:nvSpPr>
        <p:spPr>
          <a:xfrm>
            <a:off x="0" y="-1466578"/>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a:t>halv1, halv2, halv3, halv4, halv5, halv6, halv7, halv8</a:t>
            </a:r>
          </a:p>
        </p:txBody>
      </p:sp>
      <p:sp>
        <p:nvSpPr>
          <p:cNvPr id="11" name="addin_colorbox" hidden="1">
            <a:extLst>
              <a:ext uri="{FF2B5EF4-FFF2-40B4-BE49-F238E27FC236}">
                <a16:creationId xmlns:a16="http://schemas.microsoft.com/office/drawing/2014/main" id="{D1415340-24A4-4DEA-BEFB-EEC4384292C0}"/>
              </a:ext>
            </a:extLst>
          </p:cNvPr>
          <p:cNvSpPr/>
          <p:nvPr userDrawn="1"/>
        </p:nvSpPr>
        <p:spPr>
          <a:xfrm>
            <a:off x="486187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addin_colorbox</a:t>
            </a:r>
            <a:endParaRPr lang="nb-NO" dirty="0"/>
          </a:p>
        </p:txBody>
      </p:sp>
      <p:sp>
        <p:nvSpPr>
          <p:cNvPr id="12" name="addin_title" hidden="1">
            <a:extLst>
              <a:ext uri="{FF2B5EF4-FFF2-40B4-BE49-F238E27FC236}">
                <a16:creationId xmlns:a16="http://schemas.microsoft.com/office/drawing/2014/main" id="{9F75B8A5-5BF9-4EC4-8BB6-C6D3F7E34839}"/>
              </a:ext>
            </a:extLst>
          </p:cNvPr>
          <p:cNvSpPr/>
          <p:nvPr userDrawn="1"/>
        </p:nvSpPr>
        <p:spPr>
          <a:xfrm>
            <a:off x="972374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addin_title</a:t>
            </a:r>
            <a:endParaRPr lang="nb-NO" dirty="0"/>
          </a:p>
        </p:txBody>
      </p:sp>
      <p:sp>
        <p:nvSpPr>
          <p:cNvPr id="19" name="addin_text" hidden="1">
            <a:extLst>
              <a:ext uri="{FF2B5EF4-FFF2-40B4-BE49-F238E27FC236}">
                <a16:creationId xmlns:a16="http://schemas.microsoft.com/office/drawing/2014/main" id="{4E3B39B7-9751-440D-A9AB-82782D8FC8DF}"/>
              </a:ext>
            </a:extLst>
          </p:cNvPr>
          <p:cNvSpPr/>
          <p:nvPr userDrawn="1"/>
        </p:nvSpPr>
        <p:spPr>
          <a:xfrm>
            <a:off x="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addin_text</a:t>
            </a:r>
            <a:endParaRPr lang="nb-NO" dirty="0"/>
          </a:p>
        </p:txBody>
      </p:sp>
      <p:sp>
        <p:nvSpPr>
          <p:cNvPr id="20" name="addin_image" hidden="1">
            <a:extLst>
              <a:ext uri="{FF2B5EF4-FFF2-40B4-BE49-F238E27FC236}">
                <a16:creationId xmlns:a16="http://schemas.microsoft.com/office/drawing/2014/main" id="{9F11CD0A-A270-4DB2-9FCA-BA55A2B1F0DE}"/>
              </a:ext>
            </a:extLst>
          </p:cNvPr>
          <p:cNvSpPr/>
          <p:nvPr userDrawn="1"/>
        </p:nvSpPr>
        <p:spPr>
          <a:xfrm>
            <a:off x="2505076"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addin_image</a:t>
            </a:r>
            <a:endParaRPr lang="nb-NO" dirty="0"/>
          </a:p>
        </p:txBody>
      </p:sp>
      <p:sp>
        <p:nvSpPr>
          <p:cNvPr id="21" name="addin_grouplist" hidden="1">
            <a:extLst>
              <a:ext uri="{FF2B5EF4-FFF2-40B4-BE49-F238E27FC236}">
                <a16:creationId xmlns:a16="http://schemas.microsoft.com/office/drawing/2014/main" id="{DB6D9EA2-99A8-4372-A598-0B5D60587726}"/>
              </a:ext>
            </a:extLst>
          </p:cNvPr>
          <p:cNvSpPr/>
          <p:nvPr userDrawn="1"/>
        </p:nvSpPr>
        <p:spPr>
          <a:xfrm>
            <a:off x="4973338"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kern="1200" dirty="0" err="1">
                <a:solidFill>
                  <a:schemeClr val="lt1"/>
                </a:solidFill>
                <a:latin typeface="+mn-lt"/>
                <a:ea typeface="+mn-ea"/>
                <a:cs typeface="+mn-cs"/>
              </a:rPr>
              <a:t>SkiftBakgrunnGroup</a:t>
            </a:r>
            <a:endParaRPr lang="nb-NO" dirty="0"/>
          </a:p>
        </p:txBody>
      </p:sp>
      <p:sp>
        <p:nvSpPr>
          <p:cNvPr id="22" name="addin_logo" hidden="1">
            <a:extLst>
              <a:ext uri="{FF2B5EF4-FFF2-40B4-BE49-F238E27FC236}">
                <a16:creationId xmlns:a16="http://schemas.microsoft.com/office/drawing/2014/main" id="{A4926120-738A-4FCE-960F-FA718D9B088F}"/>
              </a:ext>
            </a:extLst>
          </p:cNvPr>
          <p:cNvSpPr/>
          <p:nvPr userDrawn="1"/>
        </p:nvSpPr>
        <p:spPr>
          <a:xfrm>
            <a:off x="744160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addin_logo</a:t>
            </a:r>
            <a:endParaRPr lang="nb-NO" dirty="0"/>
          </a:p>
        </p:txBody>
      </p:sp>
    </p:spTree>
    <p:extLst>
      <p:ext uri="{BB962C8B-B14F-4D97-AF65-F5344CB8AC3E}">
        <p14:creationId xmlns:p14="http://schemas.microsoft.com/office/powerpoint/2010/main" val="3367778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Forside Institutt Uthevet Tittel">
    <p:spTree>
      <p:nvGrpSpPr>
        <p:cNvPr id="1" name=""/>
        <p:cNvGrpSpPr/>
        <p:nvPr/>
      </p:nvGrpSpPr>
      <p:grpSpPr>
        <a:xfrm>
          <a:off x="0" y="0"/>
          <a:ext cx="0" cy="0"/>
          <a:chOff x="0" y="0"/>
          <a:chExt cx="0" cy="0"/>
        </a:xfrm>
      </p:grpSpPr>
      <p:sp>
        <p:nvSpPr>
          <p:cNvPr id="23" name="Text Placeholder 2" descr="Bakgrunn">
            <a:extLst>
              <a:ext uri="{FF2B5EF4-FFF2-40B4-BE49-F238E27FC236}">
                <a16:creationId xmlns:a16="http://schemas.microsoft.com/office/drawing/2014/main" id="{4E3EE5B4-2D44-45E3-B636-1734E02BAC5F}"/>
              </a:ext>
            </a:extLst>
          </p:cNvPr>
          <p:cNvSpPr>
            <a:spLocks noGrp="1"/>
          </p:cNvSpPr>
          <p:nvPr>
            <p:ph type="body" sz="quarter" idx="18" hasCustomPrompt="1"/>
          </p:nvPr>
        </p:nvSpPr>
        <p:spPr>
          <a:xfrm>
            <a:off x="6214641" y="0"/>
            <a:ext cx="5973955" cy="6858000"/>
          </a:xfrm>
          <a:solidFill>
            <a:schemeClr val="accent4"/>
          </a:solidFill>
        </p:spPr>
        <p:txBody>
          <a:bodyPr/>
          <a:lstStyle>
            <a:lvl1pPr marL="0" indent="0">
              <a:buNone/>
              <a:defRPr sz="200">
                <a:solidFill>
                  <a:srgbClr val="010000"/>
                </a:solidFill>
              </a:defRPr>
            </a:lvl1pPr>
          </a:lstStyle>
          <a:p>
            <a:pPr lvl="0"/>
            <a:r>
              <a:rPr lang="en-US" dirty="0"/>
              <a:t> </a:t>
            </a:r>
          </a:p>
        </p:txBody>
      </p:sp>
      <p:sp>
        <p:nvSpPr>
          <p:cNvPr id="25" name="Picture Placeholder 2">
            <a:extLst>
              <a:ext uri="{FF2B5EF4-FFF2-40B4-BE49-F238E27FC236}">
                <a16:creationId xmlns:a16="http://schemas.microsoft.com/office/drawing/2014/main" id="{B080593B-46D5-4272-829F-0AB9BB0A72E9}"/>
              </a:ext>
            </a:extLst>
          </p:cNvPr>
          <p:cNvSpPr>
            <a:spLocks noGrp="1"/>
          </p:cNvSpPr>
          <p:nvPr>
            <p:ph type="pic" sz="quarter" idx="20"/>
          </p:nvPr>
        </p:nvSpPr>
        <p:spPr>
          <a:xfrm>
            <a:off x="6209880" y="0"/>
            <a:ext cx="5982120" cy="6858000"/>
          </a:xfrm>
          <a:prstGeom prst="rect">
            <a:avLst/>
          </a:prstGeom>
        </p:spPr>
        <p:txBody>
          <a:bodyPr lIns="0" tIns="0" rIns="0" bIns="0"/>
          <a:lstStyle/>
          <a:p>
            <a:r>
              <a:rPr lang="nb-NO"/>
              <a:t>Klikk på ikonet for å legge til et bilde</a:t>
            </a:r>
            <a:endParaRPr lang="en-US"/>
          </a:p>
        </p:txBody>
      </p:sp>
      <p:sp>
        <p:nvSpPr>
          <p:cNvPr id="24" name="Text Placeholder 8">
            <a:extLst>
              <a:ext uri="{FF2B5EF4-FFF2-40B4-BE49-F238E27FC236}">
                <a16:creationId xmlns:a16="http://schemas.microsoft.com/office/drawing/2014/main" id="{AA9DF7D4-90D1-427E-86F5-96B8E6DDF5C0}"/>
              </a:ext>
            </a:extLst>
          </p:cNvPr>
          <p:cNvSpPr>
            <a:spLocks noGrp="1"/>
          </p:cNvSpPr>
          <p:nvPr>
            <p:ph type="body" sz="quarter" idx="14" hasCustomPrompt="1"/>
          </p:nvPr>
        </p:nvSpPr>
        <p:spPr>
          <a:xfrm>
            <a:off x="382847" y="341458"/>
            <a:ext cx="5071557" cy="207999"/>
          </a:xfrm>
          <a:solidFill>
            <a:srgbClr val="0000FE">
              <a:alpha val="0"/>
            </a:srgbClr>
          </a:solidFill>
        </p:spPr>
        <p:txBody>
          <a:bodyPr/>
          <a:lstStyle>
            <a:lvl1pPr marL="0" indent="0">
              <a:buNone/>
              <a:defRPr sz="1200"/>
            </a:lvl1pPr>
          </a:lstStyle>
          <a:p>
            <a:pPr lvl="0"/>
            <a:r>
              <a:rPr lang="en-US" dirty="0" err="1">
                <a:latin typeface="Arial, sans-serif"/>
              </a:rPr>
              <a:t>Velg</a:t>
            </a:r>
            <a:r>
              <a:rPr lang="en-US" dirty="0">
                <a:latin typeface="Arial, sans-serif"/>
              </a:rPr>
              <a:t> </a:t>
            </a:r>
            <a:r>
              <a:rPr lang="en-US" dirty="0" err="1">
                <a:latin typeface="Arial, sans-serif"/>
              </a:rPr>
              <a:t>fakultet</a:t>
            </a:r>
            <a:r>
              <a:rPr lang="en-US" dirty="0">
                <a:latin typeface="Arial, sans-serif"/>
              </a:rPr>
              <a:t> </a:t>
            </a:r>
            <a:r>
              <a:rPr lang="en-US" dirty="0" err="1">
                <a:latin typeface="Arial, sans-serif"/>
              </a:rPr>
              <a:t>fra</a:t>
            </a:r>
            <a:r>
              <a:rPr lang="en-US" dirty="0">
                <a:latin typeface="Arial, sans-serif"/>
              </a:rPr>
              <a:t> </a:t>
            </a:r>
            <a:r>
              <a:rPr lang="en-US" dirty="0" err="1">
                <a:latin typeface="Arial, sans-serif"/>
              </a:rPr>
              <a:t>nedtrekksmenyen</a:t>
            </a:r>
            <a:endParaRPr lang="nb-NO" noProof="0" dirty="0"/>
          </a:p>
        </p:txBody>
      </p:sp>
      <p:sp>
        <p:nvSpPr>
          <p:cNvPr id="27" name="Text Placeholder 4">
            <a:extLst>
              <a:ext uri="{FF2B5EF4-FFF2-40B4-BE49-F238E27FC236}">
                <a16:creationId xmlns:a16="http://schemas.microsoft.com/office/drawing/2014/main" id="{05359BE4-B9E6-44C9-994B-4B43BA31858B}"/>
              </a:ext>
            </a:extLst>
          </p:cNvPr>
          <p:cNvSpPr>
            <a:spLocks noGrp="1"/>
          </p:cNvSpPr>
          <p:nvPr>
            <p:ph type="body" sz="quarter" idx="21" hasCustomPrompt="1"/>
          </p:nvPr>
        </p:nvSpPr>
        <p:spPr>
          <a:xfrm>
            <a:off x="379038" y="653143"/>
            <a:ext cx="5075367" cy="1204686"/>
          </a:xfrm>
        </p:spPr>
        <p:txBody>
          <a:bodyPr/>
          <a:lstStyle>
            <a:lvl1pPr marL="0" indent="0">
              <a:buNone/>
              <a:defRPr lang="en-US" sz="2000" kern="1200" dirty="0">
                <a:solidFill>
                  <a:schemeClr val="tx1"/>
                </a:solidFill>
                <a:latin typeface="+mj-lt"/>
                <a:ea typeface="+mj-ea"/>
                <a:cs typeface="+mj-cs"/>
              </a:defRPr>
            </a:lvl1pPr>
          </a:lstStyle>
          <a:p>
            <a:pPr lvl="0"/>
            <a:r>
              <a:rPr lang="nb-NO" dirty="0"/>
              <a:t>Navn på institutt</a:t>
            </a:r>
            <a:endParaRPr lang="en-US" dirty="0"/>
          </a:p>
        </p:txBody>
      </p:sp>
      <p:sp>
        <p:nvSpPr>
          <p:cNvPr id="7" name="Text Placeholder 6">
            <a:extLst>
              <a:ext uri="{FF2B5EF4-FFF2-40B4-BE49-F238E27FC236}">
                <a16:creationId xmlns:a16="http://schemas.microsoft.com/office/drawing/2014/main" id="{8B8A0E4F-1BA9-45F5-9553-E579F5F1C2D8}"/>
              </a:ext>
            </a:extLst>
          </p:cNvPr>
          <p:cNvSpPr>
            <a:spLocks noGrp="1"/>
          </p:cNvSpPr>
          <p:nvPr>
            <p:ph type="body" sz="quarter" idx="19"/>
          </p:nvPr>
        </p:nvSpPr>
        <p:spPr>
          <a:xfrm>
            <a:off x="379039" y="2302849"/>
            <a:ext cx="5080128" cy="1702414"/>
          </a:xfrm>
        </p:spPr>
        <p:txBody>
          <a:bodyPr/>
          <a:lstStyle>
            <a:lvl1pPr marL="0" indent="0">
              <a:buNone/>
              <a:defRPr sz="4500"/>
            </a:lvl1pPr>
          </a:lstStyle>
          <a:p>
            <a:pPr lvl="0"/>
            <a:r>
              <a:rPr lang="nb-NO"/>
              <a:t>Klikk for å redigere tekststiler i malen</a:t>
            </a:r>
          </a:p>
        </p:txBody>
      </p:sp>
      <p:sp>
        <p:nvSpPr>
          <p:cNvPr id="30" name="Text Placeholder 8">
            <a:extLst>
              <a:ext uri="{FF2B5EF4-FFF2-40B4-BE49-F238E27FC236}">
                <a16:creationId xmlns:a16="http://schemas.microsoft.com/office/drawing/2014/main" id="{88EA911F-B545-4F74-AF42-9EC2B355D8F1}"/>
              </a:ext>
            </a:extLst>
          </p:cNvPr>
          <p:cNvSpPr>
            <a:spLocks noGrp="1"/>
          </p:cNvSpPr>
          <p:nvPr>
            <p:ph type="body" sz="quarter" idx="22" hasCustomPrompt="1"/>
          </p:nvPr>
        </p:nvSpPr>
        <p:spPr>
          <a:xfrm>
            <a:off x="379038" y="4112581"/>
            <a:ext cx="5080128" cy="226283"/>
          </a:xfrm>
        </p:spPr>
        <p:txBody>
          <a:bodyPr/>
          <a:lstStyle>
            <a:lvl1pPr marL="0" indent="0">
              <a:buNone/>
              <a:defRPr sz="1750"/>
            </a:lvl1pPr>
          </a:lstStyle>
          <a:p>
            <a:pPr lvl="0"/>
            <a:r>
              <a:rPr lang="nb-NO" dirty="0"/>
              <a:t>Navn Etternavn</a:t>
            </a:r>
            <a:endParaRPr lang="en-US" dirty="0"/>
          </a:p>
        </p:txBody>
      </p:sp>
      <p:sp>
        <p:nvSpPr>
          <p:cNvPr id="28" name="Text Placeholder 8">
            <a:extLst>
              <a:ext uri="{FF2B5EF4-FFF2-40B4-BE49-F238E27FC236}">
                <a16:creationId xmlns:a16="http://schemas.microsoft.com/office/drawing/2014/main" id="{4E55111D-AB70-4D2B-9C10-0B91F296CDF4}"/>
              </a:ext>
            </a:extLst>
          </p:cNvPr>
          <p:cNvSpPr>
            <a:spLocks noGrp="1"/>
          </p:cNvSpPr>
          <p:nvPr>
            <p:ph type="body" sz="quarter" idx="16" hasCustomPrompt="1"/>
          </p:nvPr>
        </p:nvSpPr>
        <p:spPr>
          <a:xfrm>
            <a:off x="383800" y="4379312"/>
            <a:ext cx="5075366" cy="226283"/>
          </a:xfrm>
        </p:spPr>
        <p:txBody>
          <a:bodyPr/>
          <a:lstStyle>
            <a:lvl1pPr marL="0" indent="0">
              <a:buNone/>
              <a:defRPr sz="1750"/>
            </a:lvl1pPr>
          </a:lstStyle>
          <a:p>
            <a:pPr lvl="0"/>
            <a:r>
              <a:rPr lang="nb-NO" dirty="0"/>
              <a:t>Tittel</a:t>
            </a:r>
            <a:endParaRPr lang="en-US" dirty="0"/>
          </a:p>
        </p:txBody>
      </p:sp>
      <p:sp>
        <p:nvSpPr>
          <p:cNvPr id="29" name="Text Placeholder 8">
            <a:extLst>
              <a:ext uri="{FF2B5EF4-FFF2-40B4-BE49-F238E27FC236}">
                <a16:creationId xmlns:a16="http://schemas.microsoft.com/office/drawing/2014/main" id="{1DB45DBF-1D97-4017-83BE-AD48141222A5}"/>
              </a:ext>
            </a:extLst>
          </p:cNvPr>
          <p:cNvSpPr>
            <a:spLocks noGrp="1"/>
          </p:cNvSpPr>
          <p:nvPr>
            <p:ph type="body" sz="quarter" idx="17" hasCustomPrompt="1"/>
          </p:nvPr>
        </p:nvSpPr>
        <p:spPr>
          <a:xfrm>
            <a:off x="383800" y="4646043"/>
            <a:ext cx="5075367" cy="226283"/>
          </a:xfrm>
        </p:spPr>
        <p:txBody>
          <a:bodyPr/>
          <a:lstStyle>
            <a:lvl1pPr marL="0" indent="0">
              <a:buNone/>
              <a:defRPr sz="1750"/>
            </a:lvl1pPr>
          </a:lstStyle>
          <a:p>
            <a:pPr lvl="0"/>
            <a:r>
              <a:rPr lang="nb-NO" dirty="0"/>
              <a:t>Enhet</a:t>
            </a:r>
            <a:endParaRPr lang="en-US" dirty="0"/>
          </a:p>
        </p:txBody>
      </p:sp>
      <p:sp>
        <p:nvSpPr>
          <p:cNvPr id="26" name="Date Placeholder 3">
            <a:extLst>
              <a:ext uri="{FF2B5EF4-FFF2-40B4-BE49-F238E27FC236}">
                <a16:creationId xmlns:a16="http://schemas.microsoft.com/office/drawing/2014/main" id="{88916788-1A25-4BF7-B2F3-11CED5D74CB4}"/>
              </a:ext>
            </a:extLst>
          </p:cNvPr>
          <p:cNvSpPr>
            <a:spLocks noGrp="1"/>
          </p:cNvSpPr>
          <p:nvPr>
            <p:ph type="dt" sz="half" idx="10"/>
          </p:nvPr>
        </p:nvSpPr>
        <p:spPr>
          <a:xfrm>
            <a:off x="379038" y="5135118"/>
            <a:ext cx="5075367" cy="365125"/>
          </a:xfrm>
        </p:spPr>
        <p:txBody>
          <a:bodyPr lIns="0" tIns="0" rIns="0" bIns="0"/>
          <a:lstStyle>
            <a:lvl1pPr>
              <a:defRPr sz="1750">
                <a:solidFill>
                  <a:schemeClr val="tx1"/>
                </a:solidFill>
              </a:defRPr>
            </a:lvl1pPr>
          </a:lstStyle>
          <a:p>
            <a:endParaRPr lang="en-US" dirty="0"/>
          </a:p>
        </p:txBody>
      </p:sp>
      <p:pic>
        <p:nvPicPr>
          <p:cNvPr id="31" name="Graphic 30" descr="UiO segl">
            <a:extLst>
              <a:ext uri="{FF2B5EF4-FFF2-40B4-BE49-F238E27FC236}">
                <a16:creationId xmlns:a16="http://schemas.microsoft.com/office/drawing/2014/main" id="{27D749C7-8972-4648-8357-FE945BD112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038" y="5945262"/>
            <a:ext cx="2078732" cy="538688"/>
          </a:xfrm>
          <a:prstGeom prst="rect">
            <a:avLst/>
          </a:prstGeom>
        </p:spPr>
      </p:pic>
      <p:sp>
        <p:nvSpPr>
          <p:cNvPr id="10" name="addin_colorlist" hidden="1">
            <a:extLst>
              <a:ext uri="{FF2B5EF4-FFF2-40B4-BE49-F238E27FC236}">
                <a16:creationId xmlns:a16="http://schemas.microsoft.com/office/drawing/2014/main" id="{31A16B11-9453-4838-96C7-0B2173D11399}"/>
              </a:ext>
            </a:extLst>
          </p:cNvPr>
          <p:cNvSpPr/>
          <p:nvPr userDrawn="1"/>
        </p:nvSpPr>
        <p:spPr>
          <a:xfrm>
            <a:off x="0" y="-1466578"/>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a:t>halv1, halv2, halv3, halv4, halv5, halv6, halv7, halv8</a:t>
            </a:r>
          </a:p>
        </p:txBody>
      </p:sp>
      <p:sp>
        <p:nvSpPr>
          <p:cNvPr id="11" name="addin_colorbox" hidden="1">
            <a:extLst>
              <a:ext uri="{FF2B5EF4-FFF2-40B4-BE49-F238E27FC236}">
                <a16:creationId xmlns:a16="http://schemas.microsoft.com/office/drawing/2014/main" id="{D1415340-24A4-4DEA-BEFB-EEC4384292C0}"/>
              </a:ext>
            </a:extLst>
          </p:cNvPr>
          <p:cNvSpPr/>
          <p:nvPr userDrawn="1"/>
        </p:nvSpPr>
        <p:spPr>
          <a:xfrm>
            <a:off x="486187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addin_colorbox</a:t>
            </a:r>
            <a:endParaRPr lang="nb-NO" dirty="0"/>
          </a:p>
        </p:txBody>
      </p:sp>
      <p:sp>
        <p:nvSpPr>
          <p:cNvPr id="12" name="addin_title" hidden="1">
            <a:extLst>
              <a:ext uri="{FF2B5EF4-FFF2-40B4-BE49-F238E27FC236}">
                <a16:creationId xmlns:a16="http://schemas.microsoft.com/office/drawing/2014/main" id="{9F75B8A5-5BF9-4EC4-8BB6-C6D3F7E34839}"/>
              </a:ext>
            </a:extLst>
          </p:cNvPr>
          <p:cNvSpPr/>
          <p:nvPr userDrawn="1"/>
        </p:nvSpPr>
        <p:spPr>
          <a:xfrm>
            <a:off x="972374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addin_title</a:t>
            </a:r>
            <a:endParaRPr lang="nb-NO" dirty="0"/>
          </a:p>
        </p:txBody>
      </p:sp>
      <p:sp>
        <p:nvSpPr>
          <p:cNvPr id="19" name="addin_text" hidden="1">
            <a:extLst>
              <a:ext uri="{FF2B5EF4-FFF2-40B4-BE49-F238E27FC236}">
                <a16:creationId xmlns:a16="http://schemas.microsoft.com/office/drawing/2014/main" id="{4E3B39B7-9751-440D-A9AB-82782D8FC8DF}"/>
              </a:ext>
            </a:extLst>
          </p:cNvPr>
          <p:cNvSpPr/>
          <p:nvPr userDrawn="1"/>
        </p:nvSpPr>
        <p:spPr>
          <a:xfrm>
            <a:off x="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addin_text</a:t>
            </a:r>
            <a:endParaRPr lang="nb-NO" dirty="0"/>
          </a:p>
        </p:txBody>
      </p:sp>
      <p:sp>
        <p:nvSpPr>
          <p:cNvPr id="20" name="addin_image" hidden="1">
            <a:extLst>
              <a:ext uri="{FF2B5EF4-FFF2-40B4-BE49-F238E27FC236}">
                <a16:creationId xmlns:a16="http://schemas.microsoft.com/office/drawing/2014/main" id="{9F11CD0A-A270-4DB2-9FCA-BA55A2B1F0DE}"/>
              </a:ext>
            </a:extLst>
          </p:cNvPr>
          <p:cNvSpPr/>
          <p:nvPr userDrawn="1"/>
        </p:nvSpPr>
        <p:spPr>
          <a:xfrm>
            <a:off x="2505076"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addin_image</a:t>
            </a:r>
            <a:endParaRPr lang="nb-NO" dirty="0"/>
          </a:p>
        </p:txBody>
      </p:sp>
      <p:sp>
        <p:nvSpPr>
          <p:cNvPr id="21" name="addin_grouplist" hidden="1">
            <a:extLst>
              <a:ext uri="{FF2B5EF4-FFF2-40B4-BE49-F238E27FC236}">
                <a16:creationId xmlns:a16="http://schemas.microsoft.com/office/drawing/2014/main" id="{DB6D9EA2-99A8-4372-A598-0B5D60587726}"/>
              </a:ext>
            </a:extLst>
          </p:cNvPr>
          <p:cNvSpPr/>
          <p:nvPr userDrawn="1"/>
        </p:nvSpPr>
        <p:spPr>
          <a:xfrm>
            <a:off x="4973338"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kern="1200" dirty="0" err="1">
                <a:solidFill>
                  <a:schemeClr val="lt1"/>
                </a:solidFill>
                <a:latin typeface="+mn-lt"/>
                <a:ea typeface="+mn-ea"/>
                <a:cs typeface="+mn-cs"/>
              </a:rPr>
              <a:t>SkiftBakgrunnGroup</a:t>
            </a:r>
            <a:endParaRPr lang="nb-NO" dirty="0"/>
          </a:p>
        </p:txBody>
      </p:sp>
      <p:sp>
        <p:nvSpPr>
          <p:cNvPr id="22" name="addin_logo" hidden="1">
            <a:extLst>
              <a:ext uri="{FF2B5EF4-FFF2-40B4-BE49-F238E27FC236}">
                <a16:creationId xmlns:a16="http://schemas.microsoft.com/office/drawing/2014/main" id="{A4926120-738A-4FCE-960F-FA718D9B088F}"/>
              </a:ext>
            </a:extLst>
          </p:cNvPr>
          <p:cNvSpPr/>
          <p:nvPr userDrawn="1"/>
        </p:nvSpPr>
        <p:spPr>
          <a:xfrm>
            <a:off x="744160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addin_logo</a:t>
            </a:r>
            <a:endParaRPr lang="nb-NO" dirty="0"/>
          </a:p>
        </p:txBody>
      </p:sp>
    </p:spTree>
    <p:extLst>
      <p:ext uri="{BB962C8B-B14F-4D97-AF65-F5344CB8AC3E}">
        <p14:creationId xmlns:p14="http://schemas.microsoft.com/office/powerpoint/2010/main" val="453797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nholdsfortegnelse 01">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2933" y="2503593"/>
            <a:ext cx="3717652" cy="1325563"/>
          </a:xfrm>
        </p:spPr>
        <p:txBody>
          <a:bodyPr/>
          <a:lstStyle>
            <a:lvl1pPr>
              <a:defRPr sz="4501"/>
            </a:lvl1pPr>
          </a:lstStyle>
          <a:p>
            <a:r>
              <a:rPr lang="nb-NO" noProof="0"/>
              <a:t>Klikk for å redigere tittelstil</a:t>
            </a:r>
            <a:endParaRPr lang="nb-NO" noProof="0" dirty="0"/>
          </a:p>
        </p:txBody>
      </p:sp>
      <p:sp>
        <p:nvSpPr>
          <p:cNvPr id="9" name="Text Placeholder 8">
            <a:extLst>
              <a:ext uri="{FF2B5EF4-FFF2-40B4-BE49-F238E27FC236}">
                <a16:creationId xmlns:a16="http://schemas.microsoft.com/office/drawing/2014/main" id="{4F5D4F5D-6A45-4660-B498-EC62A1753CA4}"/>
              </a:ext>
            </a:extLst>
          </p:cNvPr>
          <p:cNvSpPr>
            <a:spLocks noGrp="1"/>
          </p:cNvSpPr>
          <p:nvPr>
            <p:ph type="body" sz="quarter" idx="13" hasCustomPrompt="1"/>
          </p:nvPr>
        </p:nvSpPr>
        <p:spPr>
          <a:xfrm>
            <a:off x="6002667" y="1768008"/>
            <a:ext cx="5863168" cy="4351338"/>
          </a:xfrm>
          <a:prstGeom prst="rect">
            <a:avLst/>
          </a:prstGeom>
        </p:spPr>
        <p:txBody>
          <a:bodyPr lIns="0" tIns="0" rIns="0" bIns="0"/>
          <a:lstStyle>
            <a:lvl1pPr marL="0" indent="0" algn="l">
              <a:lnSpc>
                <a:spcPct val="100000"/>
              </a:lnSpc>
              <a:spcBef>
                <a:spcPts val="0"/>
              </a:spcBef>
              <a:spcAft>
                <a:spcPts val="0"/>
              </a:spcAft>
              <a:buClrTx/>
              <a:buFontTx/>
              <a:buNone/>
              <a:defRPr sz="4501" b="0" i="0" u="none" cap="none">
                <a:solidFill>
                  <a:srgbClr val="000000"/>
                </a:solidFill>
                <a:latin typeface="+mn-lt"/>
              </a:defRPr>
            </a:lvl1pPr>
            <a:lvl2pPr marL="0" indent="0" algn="l">
              <a:lnSpc>
                <a:spcPct val="100000"/>
              </a:lnSpc>
              <a:spcBef>
                <a:spcPts val="0"/>
              </a:spcBef>
              <a:spcAft>
                <a:spcPts val="0"/>
              </a:spcAft>
              <a:buClrTx/>
              <a:buFontTx/>
              <a:buNone/>
              <a:defRPr sz="4501" b="0" i="0" u="none" cap="none">
                <a:solidFill>
                  <a:srgbClr val="000000"/>
                </a:solidFill>
                <a:latin typeface="+mn-lt"/>
              </a:defRPr>
            </a:lvl2pPr>
            <a:lvl3pPr marL="0" indent="0" algn="l">
              <a:lnSpc>
                <a:spcPct val="100000"/>
              </a:lnSpc>
              <a:spcBef>
                <a:spcPts val="0"/>
              </a:spcBef>
              <a:spcAft>
                <a:spcPts val="0"/>
              </a:spcAft>
              <a:buClrTx/>
              <a:buFontTx/>
              <a:buNone/>
              <a:defRPr sz="4501" b="0" i="0" u="none" cap="none">
                <a:solidFill>
                  <a:srgbClr val="000000"/>
                </a:solidFill>
                <a:latin typeface="+mn-lt"/>
              </a:defRPr>
            </a:lvl3pPr>
            <a:lvl4pPr marL="0" indent="0" algn="l">
              <a:lnSpc>
                <a:spcPct val="100000"/>
              </a:lnSpc>
              <a:spcBef>
                <a:spcPts val="0"/>
              </a:spcBef>
              <a:spcAft>
                <a:spcPts val="0"/>
              </a:spcAft>
              <a:buClrTx/>
              <a:buFontTx/>
              <a:buNone/>
              <a:defRPr sz="4501" b="0" i="0" u="none" cap="none">
                <a:solidFill>
                  <a:srgbClr val="000000"/>
                </a:solidFill>
                <a:latin typeface="+mn-lt"/>
              </a:defRPr>
            </a:lvl4pPr>
          </a:lstStyle>
          <a:p>
            <a:pPr lvl="0"/>
            <a:r>
              <a:rPr lang="nb-NO" dirty="0"/>
              <a:t>Punkt A</a:t>
            </a:r>
          </a:p>
          <a:p>
            <a:pPr lvl="0"/>
            <a:r>
              <a:rPr lang="nb-NO" dirty="0"/>
              <a:t>Punkt B</a:t>
            </a:r>
          </a:p>
          <a:p>
            <a:pPr lvl="0"/>
            <a:r>
              <a:rPr lang="nb-NO" dirty="0"/>
              <a:t>Punkt C</a:t>
            </a:r>
          </a:p>
          <a:p>
            <a:pPr lvl="0"/>
            <a:r>
              <a:rPr lang="nb-NO" dirty="0"/>
              <a:t>Punkt D</a:t>
            </a:r>
            <a:endParaRPr lang="en-US" dirty="0"/>
          </a:p>
        </p:txBody>
      </p:sp>
      <p:sp>
        <p:nvSpPr>
          <p:cNvPr id="14" name="Slide Number Placeholder 13">
            <a:extLst>
              <a:ext uri="{FF2B5EF4-FFF2-40B4-BE49-F238E27FC236}">
                <a16:creationId xmlns:a16="http://schemas.microsoft.com/office/drawing/2014/main" id="{F9CB4958-81B1-49B9-BBDA-D042DC89C1F0}"/>
              </a:ext>
            </a:extLst>
          </p:cNvPr>
          <p:cNvSpPr>
            <a:spLocks noGrp="1"/>
          </p:cNvSpPr>
          <p:nvPr>
            <p:ph type="sldNum" sz="quarter" idx="16"/>
          </p:nvPr>
        </p:nvSpPr>
        <p:spPr/>
        <p:txBody>
          <a:bodyPr/>
          <a:lstStyle/>
          <a:p>
            <a:r>
              <a:rPr lang="en-US"/>
              <a:t>Side </a:t>
            </a:r>
            <a:fld id="{5251F420-7306-4E7C-A79E-F31A38F7D392}" type="slidenum">
              <a:rPr lang="en-US" smtClean="0"/>
              <a:pPr/>
              <a:t>‹#›</a:t>
            </a:fld>
            <a:endParaRPr lang="en-US" dirty="0"/>
          </a:p>
        </p:txBody>
      </p:sp>
    </p:spTree>
    <p:extLst>
      <p:ext uri="{BB962C8B-B14F-4D97-AF65-F5344CB8AC3E}">
        <p14:creationId xmlns:p14="http://schemas.microsoft.com/office/powerpoint/2010/main" val="179056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nholdsfortegnelse 02">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2933" y="2503593"/>
            <a:ext cx="3717652" cy="1325563"/>
          </a:xfrm>
        </p:spPr>
        <p:txBody>
          <a:bodyPr/>
          <a:lstStyle>
            <a:lvl1pPr>
              <a:defRPr sz="4501"/>
            </a:lvl1pPr>
          </a:lstStyle>
          <a:p>
            <a:r>
              <a:rPr lang="nb-NO" noProof="0"/>
              <a:t>Klikk for å redigere tittelstil</a:t>
            </a:r>
            <a:endParaRPr lang="nb-NO" noProof="0" dirty="0"/>
          </a:p>
        </p:txBody>
      </p:sp>
      <p:sp>
        <p:nvSpPr>
          <p:cNvPr id="3" name="Text Placeholder 2">
            <a:extLst>
              <a:ext uri="{FF2B5EF4-FFF2-40B4-BE49-F238E27FC236}">
                <a16:creationId xmlns:a16="http://schemas.microsoft.com/office/drawing/2014/main" id="{49E40B9F-ECB7-4387-A58C-0A496B930AD5}"/>
              </a:ext>
            </a:extLst>
          </p:cNvPr>
          <p:cNvSpPr>
            <a:spLocks noGrp="1"/>
          </p:cNvSpPr>
          <p:nvPr>
            <p:ph type="body" sz="quarter" idx="23" hasCustomPrompt="1"/>
          </p:nvPr>
        </p:nvSpPr>
        <p:spPr>
          <a:xfrm>
            <a:off x="4736716" y="881598"/>
            <a:ext cx="2970013" cy="1528506"/>
          </a:xfrm>
          <a:prstGeom prst="rect">
            <a:avLst/>
          </a:prstGeom>
        </p:spPr>
        <p:txBody>
          <a:bodyPr lIns="0" tIns="0" rIns="0" bIns="0"/>
          <a:lstStyle>
            <a:lvl1pPr marL="0" indent="0">
              <a:buFont typeface="Arial" panose="020B0604020202020204" pitchFamily="34" charset="0"/>
              <a:buChar char="​"/>
              <a:defRPr sz="3001"/>
            </a:lvl1pPr>
            <a:lvl2pPr marL="516835" indent="-123850">
              <a:spcBef>
                <a:spcPts val="1400"/>
              </a:spcBef>
              <a:tabLst/>
              <a:defRPr/>
            </a:lvl2pPr>
          </a:lstStyle>
          <a:p>
            <a:pPr lvl="0"/>
            <a:r>
              <a:rPr lang="nb-NO" noProof="0" dirty="0"/>
              <a:t>Punkt A</a:t>
            </a:r>
          </a:p>
          <a:p>
            <a:pPr lvl="1"/>
            <a:r>
              <a:rPr lang="nb-NO" noProof="0" dirty="0"/>
              <a:t>Second </a:t>
            </a:r>
            <a:r>
              <a:rPr lang="nb-NO" noProof="0" dirty="0" err="1"/>
              <a:t>level</a:t>
            </a:r>
            <a:endParaRPr lang="nb-NO" noProof="0" dirty="0"/>
          </a:p>
          <a:p>
            <a:pPr lvl="2"/>
            <a:r>
              <a:rPr lang="nb-NO" noProof="0" dirty="0"/>
              <a:t>Third </a:t>
            </a:r>
            <a:r>
              <a:rPr lang="nb-NO" noProof="0" dirty="0" err="1"/>
              <a:t>level</a:t>
            </a:r>
            <a:endParaRPr lang="nb-NO" noProof="0" dirty="0"/>
          </a:p>
          <a:p>
            <a:pPr lvl="3"/>
            <a:r>
              <a:rPr lang="nb-NO" noProof="0" dirty="0" err="1"/>
              <a:t>Fourth</a:t>
            </a:r>
            <a:r>
              <a:rPr lang="nb-NO" noProof="0" dirty="0"/>
              <a:t> </a:t>
            </a:r>
            <a:r>
              <a:rPr lang="nb-NO" noProof="0" dirty="0" err="1"/>
              <a:t>level</a:t>
            </a:r>
            <a:endParaRPr lang="nb-NO" noProof="0" dirty="0"/>
          </a:p>
          <a:p>
            <a:pPr lvl="4"/>
            <a:r>
              <a:rPr lang="nb-NO" noProof="0" dirty="0"/>
              <a:t>Fifth </a:t>
            </a:r>
            <a:r>
              <a:rPr lang="nb-NO" noProof="0" dirty="0" err="1"/>
              <a:t>level</a:t>
            </a:r>
            <a:endParaRPr lang="nb-NO" noProof="0" dirty="0"/>
          </a:p>
        </p:txBody>
      </p:sp>
      <p:sp>
        <p:nvSpPr>
          <p:cNvPr id="19" name="Text Placeholder 2">
            <a:extLst>
              <a:ext uri="{FF2B5EF4-FFF2-40B4-BE49-F238E27FC236}">
                <a16:creationId xmlns:a16="http://schemas.microsoft.com/office/drawing/2014/main" id="{36E426CF-9990-43F5-BE14-226088D8A7BB}"/>
              </a:ext>
            </a:extLst>
          </p:cNvPr>
          <p:cNvSpPr>
            <a:spLocks noGrp="1"/>
          </p:cNvSpPr>
          <p:nvPr>
            <p:ph type="body" sz="quarter" idx="27" hasCustomPrompt="1"/>
          </p:nvPr>
        </p:nvSpPr>
        <p:spPr>
          <a:xfrm>
            <a:off x="8413844" y="881598"/>
            <a:ext cx="2970013" cy="1528506"/>
          </a:xfrm>
          <a:prstGeom prst="rect">
            <a:avLst/>
          </a:prstGeom>
        </p:spPr>
        <p:txBody>
          <a:bodyPr lIns="0" tIns="0" rIns="0" bIns="0"/>
          <a:lstStyle>
            <a:lvl1pPr marL="0" indent="0">
              <a:buFont typeface="Arial" panose="020B0604020202020204" pitchFamily="34" charset="0"/>
              <a:buChar char="​"/>
              <a:defRPr sz="3001"/>
            </a:lvl1pPr>
            <a:lvl2pPr marL="516835" indent="-123850">
              <a:spcBef>
                <a:spcPts val="1400"/>
              </a:spcBef>
              <a:tabLst/>
              <a:defRPr/>
            </a:lvl2pPr>
          </a:lstStyle>
          <a:p>
            <a:pPr lvl="0"/>
            <a:r>
              <a:rPr lang="nb-NO" noProof="0" dirty="0"/>
              <a:t>Punkt B</a:t>
            </a:r>
          </a:p>
          <a:p>
            <a:pPr lvl="1"/>
            <a:r>
              <a:rPr lang="nb-NO" noProof="0" dirty="0"/>
              <a:t>Second </a:t>
            </a:r>
            <a:r>
              <a:rPr lang="nb-NO" noProof="0" dirty="0" err="1"/>
              <a:t>level</a:t>
            </a:r>
            <a:endParaRPr lang="nb-NO" noProof="0" dirty="0"/>
          </a:p>
          <a:p>
            <a:pPr lvl="2"/>
            <a:r>
              <a:rPr lang="nb-NO" noProof="0" dirty="0"/>
              <a:t>Third </a:t>
            </a:r>
            <a:r>
              <a:rPr lang="nb-NO" noProof="0" dirty="0" err="1"/>
              <a:t>level</a:t>
            </a:r>
            <a:endParaRPr lang="nb-NO" noProof="0" dirty="0"/>
          </a:p>
          <a:p>
            <a:pPr lvl="3"/>
            <a:r>
              <a:rPr lang="nb-NO" noProof="0" dirty="0" err="1"/>
              <a:t>Fourth</a:t>
            </a:r>
            <a:r>
              <a:rPr lang="nb-NO" noProof="0" dirty="0"/>
              <a:t> </a:t>
            </a:r>
            <a:r>
              <a:rPr lang="nb-NO" noProof="0" dirty="0" err="1"/>
              <a:t>level</a:t>
            </a:r>
            <a:endParaRPr lang="nb-NO" noProof="0" dirty="0"/>
          </a:p>
          <a:p>
            <a:pPr lvl="4"/>
            <a:r>
              <a:rPr lang="nb-NO" noProof="0" dirty="0"/>
              <a:t>Fifth </a:t>
            </a:r>
            <a:r>
              <a:rPr lang="nb-NO" noProof="0" dirty="0" err="1"/>
              <a:t>level</a:t>
            </a:r>
            <a:endParaRPr lang="nb-NO" noProof="0" dirty="0"/>
          </a:p>
        </p:txBody>
      </p:sp>
      <p:sp>
        <p:nvSpPr>
          <p:cNvPr id="20" name="Text Placeholder 2">
            <a:extLst>
              <a:ext uri="{FF2B5EF4-FFF2-40B4-BE49-F238E27FC236}">
                <a16:creationId xmlns:a16="http://schemas.microsoft.com/office/drawing/2014/main" id="{B679225E-A5E2-4DC8-9837-7BCA23C8E409}"/>
              </a:ext>
            </a:extLst>
          </p:cNvPr>
          <p:cNvSpPr>
            <a:spLocks noGrp="1"/>
          </p:cNvSpPr>
          <p:nvPr>
            <p:ph type="body" sz="quarter" idx="28" hasCustomPrompt="1"/>
          </p:nvPr>
        </p:nvSpPr>
        <p:spPr>
          <a:xfrm>
            <a:off x="4736715" y="2527399"/>
            <a:ext cx="2970013" cy="1528506"/>
          </a:xfrm>
          <a:prstGeom prst="rect">
            <a:avLst/>
          </a:prstGeom>
        </p:spPr>
        <p:txBody>
          <a:bodyPr lIns="0" tIns="0" rIns="0" bIns="0"/>
          <a:lstStyle>
            <a:lvl1pPr marL="0" indent="0">
              <a:buFont typeface="Arial" panose="020B0604020202020204" pitchFamily="34" charset="0"/>
              <a:buChar char="​"/>
              <a:defRPr sz="3001"/>
            </a:lvl1pPr>
            <a:lvl2pPr marL="516835" indent="-123850">
              <a:spcBef>
                <a:spcPts val="1400"/>
              </a:spcBef>
              <a:tabLst/>
              <a:defRPr/>
            </a:lvl2pPr>
          </a:lstStyle>
          <a:p>
            <a:pPr lvl="0"/>
            <a:r>
              <a:rPr lang="nb-NO" noProof="0" dirty="0"/>
              <a:t>Punkt C</a:t>
            </a:r>
          </a:p>
          <a:p>
            <a:pPr lvl="1"/>
            <a:r>
              <a:rPr lang="nb-NO" noProof="0" dirty="0"/>
              <a:t>Second </a:t>
            </a:r>
            <a:r>
              <a:rPr lang="nb-NO" noProof="0" dirty="0" err="1"/>
              <a:t>level</a:t>
            </a:r>
            <a:endParaRPr lang="nb-NO" noProof="0" dirty="0"/>
          </a:p>
          <a:p>
            <a:pPr lvl="2"/>
            <a:r>
              <a:rPr lang="nb-NO" noProof="0" dirty="0"/>
              <a:t>Third </a:t>
            </a:r>
            <a:r>
              <a:rPr lang="nb-NO" noProof="0" dirty="0" err="1"/>
              <a:t>level</a:t>
            </a:r>
            <a:endParaRPr lang="nb-NO" noProof="0" dirty="0"/>
          </a:p>
          <a:p>
            <a:pPr lvl="3"/>
            <a:r>
              <a:rPr lang="nb-NO" noProof="0" dirty="0" err="1"/>
              <a:t>Fourth</a:t>
            </a:r>
            <a:r>
              <a:rPr lang="nb-NO" noProof="0" dirty="0"/>
              <a:t> </a:t>
            </a:r>
            <a:r>
              <a:rPr lang="nb-NO" noProof="0" dirty="0" err="1"/>
              <a:t>level</a:t>
            </a:r>
            <a:endParaRPr lang="nb-NO" noProof="0" dirty="0"/>
          </a:p>
          <a:p>
            <a:pPr lvl="4"/>
            <a:r>
              <a:rPr lang="nb-NO" noProof="0" dirty="0"/>
              <a:t>Fifth </a:t>
            </a:r>
            <a:r>
              <a:rPr lang="nb-NO" noProof="0" dirty="0" err="1"/>
              <a:t>level</a:t>
            </a:r>
            <a:endParaRPr lang="nb-NO" noProof="0" dirty="0"/>
          </a:p>
        </p:txBody>
      </p:sp>
      <p:sp>
        <p:nvSpPr>
          <p:cNvPr id="15" name="Text Placeholder 2">
            <a:extLst>
              <a:ext uri="{FF2B5EF4-FFF2-40B4-BE49-F238E27FC236}">
                <a16:creationId xmlns:a16="http://schemas.microsoft.com/office/drawing/2014/main" id="{2A833A43-18E3-4392-918C-09F8E26D369D}"/>
              </a:ext>
            </a:extLst>
          </p:cNvPr>
          <p:cNvSpPr>
            <a:spLocks noGrp="1"/>
          </p:cNvSpPr>
          <p:nvPr>
            <p:ph type="body" sz="quarter" idx="24" hasCustomPrompt="1"/>
          </p:nvPr>
        </p:nvSpPr>
        <p:spPr>
          <a:xfrm>
            <a:off x="8413844" y="2527399"/>
            <a:ext cx="2970013" cy="1528506"/>
          </a:xfrm>
          <a:prstGeom prst="rect">
            <a:avLst/>
          </a:prstGeom>
        </p:spPr>
        <p:txBody>
          <a:bodyPr lIns="0" tIns="0" rIns="0" bIns="0"/>
          <a:lstStyle>
            <a:lvl1pPr marL="0" indent="0">
              <a:buFont typeface="Arial" panose="020B0604020202020204" pitchFamily="34" charset="0"/>
              <a:buChar char="​"/>
              <a:defRPr sz="3001"/>
            </a:lvl1pPr>
            <a:lvl2pPr marL="516835" indent="-123850">
              <a:spcBef>
                <a:spcPts val="1400"/>
              </a:spcBef>
              <a:tabLst/>
              <a:defRPr/>
            </a:lvl2pPr>
          </a:lstStyle>
          <a:p>
            <a:pPr lvl="0"/>
            <a:r>
              <a:rPr lang="nb-NO" noProof="0" dirty="0"/>
              <a:t>Punkt D</a:t>
            </a:r>
          </a:p>
          <a:p>
            <a:pPr lvl="1"/>
            <a:r>
              <a:rPr lang="nb-NO" noProof="0" dirty="0"/>
              <a:t>Second </a:t>
            </a:r>
            <a:r>
              <a:rPr lang="nb-NO" noProof="0" dirty="0" err="1"/>
              <a:t>level</a:t>
            </a:r>
            <a:endParaRPr lang="nb-NO" noProof="0" dirty="0"/>
          </a:p>
          <a:p>
            <a:pPr lvl="2"/>
            <a:r>
              <a:rPr lang="nb-NO" noProof="0" dirty="0"/>
              <a:t>Third </a:t>
            </a:r>
            <a:r>
              <a:rPr lang="nb-NO" noProof="0" dirty="0" err="1"/>
              <a:t>level</a:t>
            </a:r>
            <a:endParaRPr lang="nb-NO" noProof="0" dirty="0"/>
          </a:p>
          <a:p>
            <a:pPr lvl="3"/>
            <a:r>
              <a:rPr lang="nb-NO" noProof="0" dirty="0" err="1"/>
              <a:t>Fourth</a:t>
            </a:r>
            <a:r>
              <a:rPr lang="nb-NO" noProof="0" dirty="0"/>
              <a:t> </a:t>
            </a:r>
            <a:r>
              <a:rPr lang="nb-NO" noProof="0" dirty="0" err="1"/>
              <a:t>level</a:t>
            </a:r>
            <a:endParaRPr lang="nb-NO" noProof="0" dirty="0"/>
          </a:p>
          <a:p>
            <a:pPr lvl="4"/>
            <a:r>
              <a:rPr lang="nb-NO" noProof="0" dirty="0"/>
              <a:t>Fifth </a:t>
            </a:r>
            <a:r>
              <a:rPr lang="nb-NO" noProof="0" dirty="0" err="1"/>
              <a:t>level</a:t>
            </a:r>
            <a:endParaRPr lang="nb-NO" noProof="0" dirty="0"/>
          </a:p>
        </p:txBody>
      </p:sp>
      <p:sp>
        <p:nvSpPr>
          <p:cNvPr id="16" name="Text Placeholder 2">
            <a:extLst>
              <a:ext uri="{FF2B5EF4-FFF2-40B4-BE49-F238E27FC236}">
                <a16:creationId xmlns:a16="http://schemas.microsoft.com/office/drawing/2014/main" id="{C23B8277-88D5-4007-B32D-B587FB6C14E8}"/>
              </a:ext>
            </a:extLst>
          </p:cNvPr>
          <p:cNvSpPr>
            <a:spLocks noGrp="1"/>
          </p:cNvSpPr>
          <p:nvPr>
            <p:ph type="body" sz="quarter" idx="25" hasCustomPrompt="1"/>
          </p:nvPr>
        </p:nvSpPr>
        <p:spPr>
          <a:xfrm>
            <a:off x="4736714" y="4173201"/>
            <a:ext cx="2970013" cy="1528506"/>
          </a:xfrm>
          <a:prstGeom prst="rect">
            <a:avLst/>
          </a:prstGeom>
        </p:spPr>
        <p:txBody>
          <a:bodyPr lIns="0" tIns="0" rIns="0" bIns="0"/>
          <a:lstStyle>
            <a:lvl1pPr marL="0" indent="0">
              <a:buFont typeface="Arial" panose="020B0604020202020204" pitchFamily="34" charset="0"/>
              <a:buChar char="​"/>
              <a:defRPr sz="3001"/>
            </a:lvl1pPr>
            <a:lvl2pPr marL="516835" indent="-123850">
              <a:spcBef>
                <a:spcPts val="1400"/>
              </a:spcBef>
              <a:tabLst/>
              <a:defRPr/>
            </a:lvl2pPr>
          </a:lstStyle>
          <a:p>
            <a:pPr lvl="0"/>
            <a:r>
              <a:rPr lang="nb-NO" noProof="0" dirty="0"/>
              <a:t>Punkt E</a:t>
            </a:r>
          </a:p>
          <a:p>
            <a:pPr lvl="1"/>
            <a:r>
              <a:rPr lang="nb-NO" noProof="0" dirty="0"/>
              <a:t>Second </a:t>
            </a:r>
            <a:r>
              <a:rPr lang="nb-NO" noProof="0" dirty="0" err="1"/>
              <a:t>level</a:t>
            </a:r>
            <a:endParaRPr lang="nb-NO" noProof="0" dirty="0"/>
          </a:p>
          <a:p>
            <a:pPr lvl="2"/>
            <a:r>
              <a:rPr lang="nb-NO" noProof="0" dirty="0"/>
              <a:t>Third </a:t>
            </a:r>
            <a:r>
              <a:rPr lang="nb-NO" noProof="0" dirty="0" err="1"/>
              <a:t>level</a:t>
            </a:r>
            <a:endParaRPr lang="nb-NO" noProof="0" dirty="0"/>
          </a:p>
          <a:p>
            <a:pPr lvl="3"/>
            <a:r>
              <a:rPr lang="nb-NO" noProof="0" dirty="0" err="1"/>
              <a:t>Fourth</a:t>
            </a:r>
            <a:r>
              <a:rPr lang="nb-NO" noProof="0" dirty="0"/>
              <a:t> </a:t>
            </a:r>
            <a:r>
              <a:rPr lang="nb-NO" noProof="0" dirty="0" err="1"/>
              <a:t>level</a:t>
            </a:r>
            <a:endParaRPr lang="nb-NO" noProof="0" dirty="0"/>
          </a:p>
          <a:p>
            <a:pPr lvl="4"/>
            <a:r>
              <a:rPr lang="nb-NO" noProof="0" dirty="0"/>
              <a:t>Fifth </a:t>
            </a:r>
            <a:r>
              <a:rPr lang="nb-NO" noProof="0" dirty="0" err="1"/>
              <a:t>level</a:t>
            </a:r>
            <a:endParaRPr lang="nb-NO" noProof="0" dirty="0"/>
          </a:p>
        </p:txBody>
      </p:sp>
      <p:sp>
        <p:nvSpPr>
          <p:cNvPr id="17" name="Text Placeholder 2">
            <a:extLst>
              <a:ext uri="{FF2B5EF4-FFF2-40B4-BE49-F238E27FC236}">
                <a16:creationId xmlns:a16="http://schemas.microsoft.com/office/drawing/2014/main" id="{2366E2B9-433F-4D84-9677-520FBB3E32B3}"/>
              </a:ext>
            </a:extLst>
          </p:cNvPr>
          <p:cNvSpPr>
            <a:spLocks noGrp="1"/>
          </p:cNvSpPr>
          <p:nvPr>
            <p:ph type="body" sz="quarter" idx="26" hasCustomPrompt="1"/>
          </p:nvPr>
        </p:nvSpPr>
        <p:spPr>
          <a:xfrm>
            <a:off x="8413845" y="4173201"/>
            <a:ext cx="2970013" cy="1528506"/>
          </a:xfrm>
          <a:prstGeom prst="rect">
            <a:avLst/>
          </a:prstGeom>
        </p:spPr>
        <p:txBody>
          <a:bodyPr lIns="0" tIns="0" rIns="0" bIns="0"/>
          <a:lstStyle>
            <a:lvl1pPr marL="0" indent="0">
              <a:buFont typeface="Arial" panose="020B0604020202020204" pitchFamily="34" charset="0"/>
              <a:buChar char="​"/>
              <a:defRPr sz="3001"/>
            </a:lvl1pPr>
            <a:lvl2pPr marL="516835" indent="-123850">
              <a:spcBef>
                <a:spcPts val="1400"/>
              </a:spcBef>
              <a:tabLst/>
              <a:defRPr/>
            </a:lvl2pPr>
          </a:lstStyle>
          <a:p>
            <a:pPr lvl="0"/>
            <a:r>
              <a:rPr lang="nb-NO" noProof="0" dirty="0"/>
              <a:t>Punkt F</a:t>
            </a:r>
          </a:p>
          <a:p>
            <a:pPr lvl="1"/>
            <a:r>
              <a:rPr lang="nb-NO" noProof="0" dirty="0"/>
              <a:t>Second </a:t>
            </a:r>
            <a:r>
              <a:rPr lang="nb-NO" noProof="0" dirty="0" err="1"/>
              <a:t>level</a:t>
            </a:r>
            <a:endParaRPr lang="nb-NO" noProof="0" dirty="0"/>
          </a:p>
          <a:p>
            <a:pPr lvl="2"/>
            <a:r>
              <a:rPr lang="nb-NO" noProof="0" dirty="0"/>
              <a:t>Third </a:t>
            </a:r>
            <a:r>
              <a:rPr lang="nb-NO" noProof="0" dirty="0" err="1"/>
              <a:t>level</a:t>
            </a:r>
            <a:endParaRPr lang="nb-NO" noProof="0" dirty="0"/>
          </a:p>
          <a:p>
            <a:pPr lvl="3"/>
            <a:r>
              <a:rPr lang="nb-NO" noProof="0" dirty="0" err="1"/>
              <a:t>Fourth</a:t>
            </a:r>
            <a:r>
              <a:rPr lang="nb-NO" noProof="0" dirty="0"/>
              <a:t> </a:t>
            </a:r>
            <a:r>
              <a:rPr lang="nb-NO" noProof="0" dirty="0" err="1"/>
              <a:t>level</a:t>
            </a:r>
            <a:endParaRPr lang="nb-NO" noProof="0" dirty="0"/>
          </a:p>
          <a:p>
            <a:pPr lvl="4"/>
            <a:r>
              <a:rPr lang="nb-NO" noProof="0" dirty="0"/>
              <a:t>Fifth </a:t>
            </a:r>
            <a:r>
              <a:rPr lang="nb-NO" noProof="0" dirty="0" err="1"/>
              <a:t>level</a:t>
            </a:r>
            <a:endParaRPr lang="nb-NO" noProof="0" dirty="0"/>
          </a:p>
        </p:txBody>
      </p:sp>
      <p:sp>
        <p:nvSpPr>
          <p:cNvPr id="18" name="Slide Number Placeholder 17">
            <a:extLst>
              <a:ext uri="{FF2B5EF4-FFF2-40B4-BE49-F238E27FC236}">
                <a16:creationId xmlns:a16="http://schemas.microsoft.com/office/drawing/2014/main" id="{02B12D4E-956E-456A-B250-54F8DAC4F518}"/>
              </a:ext>
            </a:extLst>
          </p:cNvPr>
          <p:cNvSpPr>
            <a:spLocks noGrp="1"/>
          </p:cNvSpPr>
          <p:nvPr>
            <p:ph type="sldNum" sz="quarter" idx="22"/>
          </p:nvPr>
        </p:nvSpPr>
        <p:spPr/>
        <p:txBody>
          <a:bodyPr/>
          <a:lstStyle/>
          <a:p>
            <a:r>
              <a:rPr lang="en-US"/>
              <a:t>Side </a:t>
            </a:r>
            <a:fld id="{5251F420-7306-4E7C-A79E-F31A38F7D392}" type="slidenum">
              <a:rPr lang="en-US" smtClean="0"/>
              <a:pPr/>
              <a:t>‹#›</a:t>
            </a:fld>
            <a:endParaRPr lang="en-US" dirty="0"/>
          </a:p>
        </p:txBody>
      </p:sp>
    </p:spTree>
    <p:extLst>
      <p:ext uri="{BB962C8B-B14F-4D97-AF65-F5344CB8AC3E}">
        <p14:creationId xmlns:p14="http://schemas.microsoft.com/office/powerpoint/2010/main" val="31726267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apittelside">
    <p:bg>
      <p:bgPr>
        <a:solidFill>
          <a:schemeClr val="accent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CDBCC00A-19CF-41BF-8147-46CE1C6A77C6}"/>
              </a:ext>
            </a:extLst>
          </p:cNvPr>
          <p:cNvSpPr>
            <a:spLocks noGrp="1"/>
          </p:cNvSpPr>
          <p:nvPr>
            <p:ph type="pic" sz="quarter" idx="14" hasCustomPrompt="1"/>
          </p:nvPr>
        </p:nvSpPr>
        <p:spPr>
          <a:xfrm>
            <a:off x="0" y="0"/>
            <a:ext cx="12191999" cy="6858000"/>
          </a:xfrm>
          <a:prstGeom prst="rect">
            <a:avLst/>
          </a:prstGeom>
        </p:spPr>
        <p:txBody>
          <a:bodyPr lIns="0" tIns="0" rIns="0" bIns="0"/>
          <a:lstStyle>
            <a:lvl1pPr>
              <a:buNone/>
              <a:defRPr/>
            </a:lvl1pPr>
          </a:lstStyle>
          <a:p>
            <a:r>
              <a:rPr lang="nb-NO" dirty="0"/>
              <a:t>Trykk - &gt; Sett inn -&gt; Bilde for å endre eller sette inn bilde</a:t>
            </a:r>
            <a:endParaRPr lang="en-US" dirty="0"/>
          </a:p>
        </p:txBody>
      </p:sp>
      <p:sp>
        <p:nvSpPr>
          <p:cNvPr id="7" name="Subtitle 2">
            <a:extLst>
              <a:ext uri="{FF2B5EF4-FFF2-40B4-BE49-F238E27FC236}">
                <a16:creationId xmlns:a16="http://schemas.microsoft.com/office/drawing/2014/main" id="{545301A6-9B63-4AF8-9A67-C362499DE552}"/>
              </a:ext>
            </a:extLst>
          </p:cNvPr>
          <p:cNvSpPr>
            <a:spLocks noGrp="1"/>
          </p:cNvSpPr>
          <p:nvPr>
            <p:ph type="subTitle" idx="1"/>
          </p:nvPr>
        </p:nvSpPr>
        <p:spPr>
          <a:xfrm>
            <a:off x="1524000" y="1144304"/>
            <a:ext cx="9144000" cy="1655762"/>
          </a:xfrm>
        </p:spPr>
        <p:txBody>
          <a:bodyPr wrap="none" bIns="0" anchor="b"/>
          <a:lstStyle>
            <a:lvl1pPr marL="0" indent="0" algn="ctr">
              <a:buNone/>
              <a:defRPr sz="1750">
                <a:highlight>
                  <a:srgbClr val="FFFFFF"/>
                </a:highlight>
              </a:defRPr>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b-NO" noProof="0"/>
              <a:t>Klikk for å redigere undertittelstil i malen</a:t>
            </a:r>
            <a:endParaRPr lang="nb-NO" noProof="0" dirty="0"/>
          </a:p>
        </p:txBody>
      </p:sp>
      <p:sp>
        <p:nvSpPr>
          <p:cNvPr id="6" name="Title 1">
            <a:extLst>
              <a:ext uri="{FF2B5EF4-FFF2-40B4-BE49-F238E27FC236}">
                <a16:creationId xmlns:a16="http://schemas.microsoft.com/office/drawing/2014/main" id="{87DF5643-8F24-4F16-9356-F129900A4A27}"/>
              </a:ext>
            </a:extLst>
          </p:cNvPr>
          <p:cNvSpPr>
            <a:spLocks noGrp="1"/>
          </p:cNvSpPr>
          <p:nvPr>
            <p:ph type="ctrTitle"/>
          </p:nvPr>
        </p:nvSpPr>
        <p:spPr>
          <a:xfrm>
            <a:off x="1524000" y="3151019"/>
            <a:ext cx="9144000" cy="1878763"/>
          </a:xfrm>
        </p:spPr>
        <p:txBody>
          <a:bodyPr wrap="none" anchor="t"/>
          <a:lstStyle>
            <a:lvl1pPr algn="ctr">
              <a:defRPr sz="4501">
                <a:highlight>
                  <a:srgbClr val="FFFFFF"/>
                </a:highlight>
              </a:defRPr>
            </a:lvl1pPr>
          </a:lstStyle>
          <a:p>
            <a:r>
              <a:rPr lang="nb-NO" noProof="0"/>
              <a:t>Klikk for å redigere tittelstil</a:t>
            </a:r>
            <a:endParaRPr lang="nb-NO" noProof="0" dirty="0"/>
          </a:p>
        </p:txBody>
      </p:sp>
      <p:sp>
        <p:nvSpPr>
          <p:cNvPr id="8" name="Text Placeholder 4" descr="Logo Universitetet i oslo">
            <a:extLst>
              <a:ext uri="{FF2B5EF4-FFF2-40B4-BE49-F238E27FC236}">
                <a16:creationId xmlns:a16="http://schemas.microsoft.com/office/drawing/2014/main" id="{CB6C8A24-C7F7-483C-B347-EFA80560FB0E}"/>
              </a:ext>
            </a:extLst>
          </p:cNvPr>
          <p:cNvSpPr>
            <a:spLocks noGrp="1"/>
          </p:cNvSpPr>
          <p:nvPr>
            <p:ph type="body" sz="quarter" idx="15" hasCustomPrompt="1"/>
          </p:nvPr>
        </p:nvSpPr>
        <p:spPr>
          <a:xfrm>
            <a:off x="381001" y="6280142"/>
            <a:ext cx="1021262" cy="202980"/>
          </a:xfrm>
          <a:blipFill>
            <a:blip r:embed="rId2">
              <a:extLst>
                <a:ext uri="{96DAC541-7B7A-43D3-8B79-37D633B846F1}">
                  <asvg:svgBlip xmlns:asvg="http://schemas.microsoft.com/office/drawing/2016/SVG/main" r:embed="rId3"/>
                </a:ext>
              </a:extLst>
            </a:blip>
            <a:stretch>
              <a:fillRect/>
            </a:stretch>
          </a:blipFill>
        </p:spPr>
        <p:txBody>
          <a:bodyPr/>
          <a:lstStyle>
            <a:lvl1pPr>
              <a:buNone/>
              <a:defRPr/>
            </a:lvl1pPr>
          </a:lstStyle>
          <a:p>
            <a:pPr lvl="0"/>
            <a:r>
              <a:rPr lang="nb-NO" dirty="0"/>
              <a:t> </a:t>
            </a:r>
            <a:endParaRPr lang="en-US" dirty="0"/>
          </a:p>
        </p:txBody>
      </p:sp>
      <p:sp>
        <p:nvSpPr>
          <p:cNvPr id="18" name="Footer Placeholder 4">
            <a:extLst>
              <a:ext uri="{FF2B5EF4-FFF2-40B4-BE49-F238E27FC236}">
                <a16:creationId xmlns:a16="http://schemas.microsoft.com/office/drawing/2014/main" id="{0DAEC6C7-85EA-449B-8EE8-2D97BF53ED2F}"/>
              </a:ext>
            </a:extLst>
          </p:cNvPr>
          <p:cNvSpPr>
            <a:spLocks noGrp="1"/>
          </p:cNvSpPr>
          <p:nvPr>
            <p:ph type="ftr" sz="quarter" idx="3"/>
          </p:nvPr>
        </p:nvSpPr>
        <p:spPr>
          <a:xfrm>
            <a:off x="1837732" y="6243181"/>
            <a:ext cx="1501215" cy="259232"/>
          </a:xfrm>
          <a:prstGeom prst="rect">
            <a:avLst/>
          </a:prstGeom>
        </p:spPr>
        <p:txBody>
          <a:bodyPr lIns="0" tIns="0" rIns="0" bIns="0" anchor="b"/>
          <a:lstStyle>
            <a:lvl1pPr algn="l">
              <a:defRPr sz="800">
                <a:solidFill>
                  <a:schemeClr val="tx1"/>
                </a:solidFill>
              </a:defRPr>
            </a:lvl1pPr>
          </a:lstStyle>
          <a:p>
            <a:endParaRPr lang="nb-NO" dirty="0"/>
          </a:p>
        </p:txBody>
      </p:sp>
      <p:sp>
        <p:nvSpPr>
          <p:cNvPr id="13" name="Slide Number Placeholder 12">
            <a:extLst>
              <a:ext uri="{FF2B5EF4-FFF2-40B4-BE49-F238E27FC236}">
                <a16:creationId xmlns:a16="http://schemas.microsoft.com/office/drawing/2014/main" id="{283FD976-C7D4-4015-A9BA-91E02E673E77}"/>
              </a:ext>
            </a:extLst>
          </p:cNvPr>
          <p:cNvSpPr>
            <a:spLocks noGrp="1"/>
          </p:cNvSpPr>
          <p:nvPr>
            <p:ph type="sldNum" sz="quarter" idx="12"/>
          </p:nvPr>
        </p:nvSpPr>
        <p:spPr/>
        <p:txBody>
          <a:bodyPr/>
          <a:lstStyle/>
          <a:p>
            <a:r>
              <a:rPr lang="en-US" dirty="0"/>
              <a:t>Side </a:t>
            </a:r>
            <a:fld id="{5251F420-7306-4E7C-A79E-F31A38F7D392}" type="slidenum">
              <a:rPr lang="en-US" smtClean="0"/>
              <a:pPr/>
              <a:t>‹#›</a:t>
            </a:fld>
            <a:endParaRPr lang="en-US" dirty="0"/>
          </a:p>
        </p:txBody>
      </p:sp>
      <p:sp>
        <p:nvSpPr>
          <p:cNvPr id="9" name="addin_colorlist" hidden="1">
            <a:extLst>
              <a:ext uri="{FF2B5EF4-FFF2-40B4-BE49-F238E27FC236}">
                <a16:creationId xmlns:a16="http://schemas.microsoft.com/office/drawing/2014/main" id="{F6C04A44-E476-4A49-B738-EE2D47D4BAD9}"/>
              </a:ext>
            </a:extLst>
          </p:cNvPr>
          <p:cNvSpPr/>
          <p:nvPr userDrawn="1"/>
        </p:nvSpPr>
        <p:spPr>
          <a:xfrm>
            <a:off x="0" y="-1442711"/>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a:t>sid1, sid2, sid3, sid4</a:t>
            </a:r>
          </a:p>
        </p:txBody>
      </p:sp>
      <p:sp>
        <p:nvSpPr>
          <p:cNvPr id="10" name="addin_colorbox" hidden="1">
            <a:extLst>
              <a:ext uri="{FF2B5EF4-FFF2-40B4-BE49-F238E27FC236}">
                <a16:creationId xmlns:a16="http://schemas.microsoft.com/office/drawing/2014/main" id="{27C08BAF-0936-474D-B97E-5B57BFE4B3DC}"/>
              </a:ext>
            </a:extLst>
          </p:cNvPr>
          <p:cNvSpPr/>
          <p:nvPr userDrawn="1"/>
        </p:nvSpPr>
        <p:spPr>
          <a:xfrm>
            <a:off x="4973338" y="-1442711"/>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addin_colorbox</a:t>
            </a:r>
            <a:endParaRPr lang="nb-NO" dirty="0"/>
          </a:p>
        </p:txBody>
      </p:sp>
      <p:sp>
        <p:nvSpPr>
          <p:cNvPr id="11" name="addin_title" hidden="1">
            <a:extLst>
              <a:ext uri="{FF2B5EF4-FFF2-40B4-BE49-F238E27FC236}">
                <a16:creationId xmlns:a16="http://schemas.microsoft.com/office/drawing/2014/main" id="{CD588095-EB6E-4EE9-A470-1FC6B276AA84}"/>
              </a:ext>
            </a:extLst>
          </p:cNvPr>
          <p:cNvSpPr/>
          <p:nvPr userDrawn="1"/>
        </p:nvSpPr>
        <p:spPr>
          <a:xfrm>
            <a:off x="972374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addin_title</a:t>
            </a:r>
            <a:endParaRPr lang="nb-NO" dirty="0"/>
          </a:p>
        </p:txBody>
      </p:sp>
      <p:sp>
        <p:nvSpPr>
          <p:cNvPr id="12" name="addin_text" hidden="1">
            <a:extLst>
              <a:ext uri="{FF2B5EF4-FFF2-40B4-BE49-F238E27FC236}">
                <a16:creationId xmlns:a16="http://schemas.microsoft.com/office/drawing/2014/main" id="{01792D08-5194-467E-A9CB-E87CD6F0CF3C}"/>
              </a:ext>
            </a:extLst>
          </p:cNvPr>
          <p:cNvSpPr/>
          <p:nvPr userDrawn="1"/>
        </p:nvSpPr>
        <p:spPr>
          <a:xfrm>
            <a:off x="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addin_text</a:t>
            </a:r>
            <a:endParaRPr lang="nb-NO" dirty="0"/>
          </a:p>
        </p:txBody>
      </p:sp>
      <p:sp>
        <p:nvSpPr>
          <p:cNvPr id="14" name="addin_image" hidden="1">
            <a:extLst>
              <a:ext uri="{FF2B5EF4-FFF2-40B4-BE49-F238E27FC236}">
                <a16:creationId xmlns:a16="http://schemas.microsoft.com/office/drawing/2014/main" id="{7E0FF7D7-FC31-4FA1-B98D-9F5E73E0ED06}"/>
              </a:ext>
            </a:extLst>
          </p:cNvPr>
          <p:cNvSpPr/>
          <p:nvPr userDrawn="1"/>
        </p:nvSpPr>
        <p:spPr>
          <a:xfrm>
            <a:off x="2505076"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addin_image</a:t>
            </a:r>
            <a:endParaRPr lang="nb-NO" dirty="0"/>
          </a:p>
        </p:txBody>
      </p:sp>
      <p:sp>
        <p:nvSpPr>
          <p:cNvPr id="15" name="addin_background" hidden="1">
            <a:extLst>
              <a:ext uri="{FF2B5EF4-FFF2-40B4-BE49-F238E27FC236}">
                <a16:creationId xmlns:a16="http://schemas.microsoft.com/office/drawing/2014/main" id="{D73E79DB-AFAF-477A-B39A-3600CE59C832}"/>
              </a:ext>
            </a:extLst>
          </p:cNvPr>
          <p:cNvSpPr/>
          <p:nvPr userDrawn="1"/>
        </p:nvSpPr>
        <p:spPr>
          <a:xfrm>
            <a:off x="4973338"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kern="1200" dirty="0" err="1">
                <a:solidFill>
                  <a:schemeClr val="lt1"/>
                </a:solidFill>
                <a:latin typeface="+mn-lt"/>
                <a:ea typeface="+mn-ea"/>
                <a:cs typeface="+mn-cs"/>
              </a:rPr>
              <a:t>addin_background</a:t>
            </a:r>
            <a:endParaRPr lang="nb-NO" dirty="0"/>
          </a:p>
        </p:txBody>
      </p:sp>
      <p:sp>
        <p:nvSpPr>
          <p:cNvPr id="16" name="addin_logo" hidden="1">
            <a:extLst>
              <a:ext uri="{FF2B5EF4-FFF2-40B4-BE49-F238E27FC236}">
                <a16:creationId xmlns:a16="http://schemas.microsoft.com/office/drawing/2014/main" id="{6D0ECAE0-D83D-477F-8858-4811F35FC31D}"/>
              </a:ext>
            </a:extLst>
          </p:cNvPr>
          <p:cNvSpPr/>
          <p:nvPr userDrawn="1"/>
        </p:nvSpPr>
        <p:spPr>
          <a:xfrm>
            <a:off x="744160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addin_logo</a:t>
            </a:r>
            <a:endParaRPr lang="nb-NO" dirty="0"/>
          </a:p>
        </p:txBody>
      </p:sp>
    </p:spTree>
    <p:extLst>
      <p:ext uri="{BB962C8B-B14F-4D97-AF65-F5344CB8AC3E}">
        <p14:creationId xmlns:p14="http://schemas.microsoft.com/office/powerpoint/2010/main" val="13586852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itat ">
    <p:bg>
      <p:bgPr>
        <a:solidFill>
          <a:schemeClr val="accent6"/>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0FAE04-E853-4650-A24D-5F754E1D5AE2}"/>
              </a:ext>
            </a:extLst>
          </p:cNvPr>
          <p:cNvSpPr>
            <a:spLocks noGrp="1"/>
          </p:cNvSpPr>
          <p:nvPr>
            <p:ph type="pic" sz="quarter" idx="14" hasCustomPrompt="1"/>
          </p:nvPr>
        </p:nvSpPr>
        <p:spPr>
          <a:xfrm>
            <a:off x="0" y="0"/>
            <a:ext cx="12191999" cy="6858000"/>
          </a:xfrm>
          <a:prstGeom prst="rect">
            <a:avLst/>
          </a:prstGeom>
          <a:solidFill>
            <a:schemeClr val="accent6"/>
          </a:solidFill>
        </p:spPr>
        <p:txBody>
          <a:bodyPr lIns="0" tIns="0" rIns="0" bIns="0"/>
          <a:lstStyle>
            <a:lvl1pPr>
              <a:buNone/>
              <a:defRPr>
                <a:solidFill>
                  <a:schemeClr val="bg1"/>
                </a:solidFill>
              </a:defRPr>
            </a:lvl1pPr>
          </a:lstStyle>
          <a:p>
            <a:pPr marL="125438" marR="0" lvl="0" indent="-125438" algn="l" defTabSz="914446" rtl="0" eaLnBrk="1" fontAlgn="auto" latinLnBrk="0" hangingPunct="1">
              <a:lnSpc>
                <a:spcPct val="100000"/>
              </a:lnSpc>
              <a:spcBef>
                <a:spcPts val="1150"/>
              </a:spcBef>
              <a:spcAft>
                <a:spcPts val="0"/>
              </a:spcAft>
              <a:buClrTx/>
              <a:buSzTx/>
              <a:buFont typeface="Arial" panose="020B0604020202020204" pitchFamily="34" charset="0"/>
              <a:buNone/>
              <a:tabLst/>
              <a:defRPr/>
            </a:pPr>
            <a:r>
              <a:rPr lang="nb-NO" dirty="0"/>
              <a:t>Trykk - &gt; Sett inn -&gt; Bilde for å endre eller sette inn bilde</a:t>
            </a:r>
            <a:endParaRPr lang="en-US" dirty="0"/>
          </a:p>
          <a:p>
            <a:endParaRPr lang="en-US" dirty="0"/>
          </a:p>
        </p:txBody>
      </p:sp>
      <p:sp>
        <p:nvSpPr>
          <p:cNvPr id="2" name="Title 1"/>
          <p:cNvSpPr>
            <a:spLocks noGrp="1"/>
          </p:cNvSpPr>
          <p:nvPr>
            <p:ph type="ctrTitle" hasCustomPrompt="1"/>
          </p:nvPr>
        </p:nvSpPr>
        <p:spPr>
          <a:xfrm>
            <a:off x="1524000" y="2057638"/>
            <a:ext cx="9144000" cy="2733991"/>
          </a:xfrm>
        </p:spPr>
        <p:txBody>
          <a:bodyPr anchor="ctr"/>
          <a:lstStyle>
            <a:lvl1pPr algn="ctr">
              <a:lnSpc>
                <a:spcPct val="100000"/>
              </a:lnSpc>
              <a:defRPr sz="4501">
                <a:solidFill>
                  <a:schemeClr val="tx1"/>
                </a:solidFill>
                <a:highlight>
                  <a:srgbClr val="FFFFFF"/>
                </a:highlight>
              </a:defRPr>
            </a:lvl1pPr>
          </a:lstStyle>
          <a:p>
            <a:r>
              <a:rPr lang="nb-NO" noProof="0" dirty="0"/>
              <a:t>Sitat</a:t>
            </a:r>
          </a:p>
        </p:txBody>
      </p:sp>
      <p:sp>
        <p:nvSpPr>
          <p:cNvPr id="11" name="Text Placeholder 4" descr="Logo Universitetet i oslo">
            <a:extLst>
              <a:ext uri="{FF2B5EF4-FFF2-40B4-BE49-F238E27FC236}">
                <a16:creationId xmlns:a16="http://schemas.microsoft.com/office/drawing/2014/main" id="{85E9E616-9857-4793-9543-97601CFB29B9}"/>
              </a:ext>
            </a:extLst>
          </p:cNvPr>
          <p:cNvSpPr>
            <a:spLocks noGrp="1"/>
          </p:cNvSpPr>
          <p:nvPr>
            <p:ph type="body" sz="quarter" idx="15" hasCustomPrompt="1"/>
          </p:nvPr>
        </p:nvSpPr>
        <p:spPr>
          <a:xfrm>
            <a:off x="381001" y="6280142"/>
            <a:ext cx="1021262" cy="202980"/>
          </a:xfrm>
          <a:blipFill>
            <a:blip r:embed="rId2">
              <a:extLst>
                <a:ext uri="{96DAC541-7B7A-43D3-8B79-37D633B846F1}">
                  <asvg:svgBlip xmlns:asvg="http://schemas.microsoft.com/office/drawing/2016/SVG/main" r:embed="rId3"/>
                </a:ext>
              </a:extLst>
            </a:blip>
            <a:stretch>
              <a:fillRect/>
            </a:stretch>
          </a:blipFill>
        </p:spPr>
        <p:txBody>
          <a:bodyPr/>
          <a:lstStyle>
            <a:lvl1pPr>
              <a:buNone/>
              <a:defRPr/>
            </a:lvl1pPr>
          </a:lstStyle>
          <a:p>
            <a:pPr lvl="0"/>
            <a:r>
              <a:rPr lang="nb-NO" dirty="0"/>
              <a:t> </a:t>
            </a:r>
            <a:endParaRPr lang="en-US" dirty="0"/>
          </a:p>
        </p:txBody>
      </p:sp>
      <p:sp>
        <p:nvSpPr>
          <p:cNvPr id="4" name="addin_colorlist" hidden="1">
            <a:extLst>
              <a:ext uri="{FF2B5EF4-FFF2-40B4-BE49-F238E27FC236}">
                <a16:creationId xmlns:a16="http://schemas.microsoft.com/office/drawing/2014/main" id="{3688BA85-E873-4370-B3DC-1DB3D6805327}"/>
              </a:ext>
            </a:extLst>
          </p:cNvPr>
          <p:cNvSpPr/>
          <p:nvPr userDrawn="1"/>
        </p:nvSpPr>
        <p:spPr>
          <a:xfrm>
            <a:off x="2430935"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a:t>sitk1, sitk2, sitk3</a:t>
            </a:r>
          </a:p>
        </p:txBody>
      </p:sp>
      <p:sp>
        <p:nvSpPr>
          <p:cNvPr id="5" name="addin_colorbox" hidden="1">
            <a:extLst>
              <a:ext uri="{FF2B5EF4-FFF2-40B4-BE49-F238E27FC236}">
                <a16:creationId xmlns:a16="http://schemas.microsoft.com/office/drawing/2014/main" id="{01750E1E-149D-4737-BB50-E180FD962100}"/>
              </a:ext>
            </a:extLst>
          </p:cNvPr>
          <p:cNvSpPr/>
          <p:nvPr userDrawn="1"/>
        </p:nvSpPr>
        <p:spPr>
          <a:xfrm>
            <a:off x="486187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addin_colorbox</a:t>
            </a:r>
            <a:endParaRPr lang="nb-NO" dirty="0"/>
          </a:p>
        </p:txBody>
      </p:sp>
      <p:sp>
        <p:nvSpPr>
          <p:cNvPr id="6" name="addin_title" hidden="1">
            <a:extLst>
              <a:ext uri="{FF2B5EF4-FFF2-40B4-BE49-F238E27FC236}">
                <a16:creationId xmlns:a16="http://schemas.microsoft.com/office/drawing/2014/main" id="{8A95C1E6-41C2-4B63-A678-1197B885A271}"/>
              </a:ext>
            </a:extLst>
          </p:cNvPr>
          <p:cNvSpPr/>
          <p:nvPr userDrawn="1"/>
        </p:nvSpPr>
        <p:spPr>
          <a:xfrm>
            <a:off x="9723740" y="-15126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addin_title</a:t>
            </a:r>
            <a:endParaRPr lang="nb-NO" dirty="0"/>
          </a:p>
        </p:txBody>
      </p:sp>
      <p:sp>
        <p:nvSpPr>
          <p:cNvPr id="7" name="addin_text" hidden="1">
            <a:extLst>
              <a:ext uri="{FF2B5EF4-FFF2-40B4-BE49-F238E27FC236}">
                <a16:creationId xmlns:a16="http://schemas.microsoft.com/office/drawing/2014/main" id="{88900728-1D9A-4CFE-BD46-77F03BBF6825}"/>
              </a:ext>
            </a:extLst>
          </p:cNvPr>
          <p:cNvSpPr/>
          <p:nvPr userDrawn="1"/>
        </p:nvSpPr>
        <p:spPr>
          <a:xfrm>
            <a:off x="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addin_text</a:t>
            </a:r>
            <a:endParaRPr lang="nb-NO" dirty="0"/>
          </a:p>
        </p:txBody>
      </p:sp>
      <p:sp>
        <p:nvSpPr>
          <p:cNvPr id="8" name="addin_image" hidden="1">
            <a:extLst>
              <a:ext uri="{FF2B5EF4-FFF2-40B4-BE49-F238E27FC236}">
                <a16:creationId xmlns:a16="http://schemas.microsoft.com/office/drawing/2014/main" id="{71F63DE9-1A9D-416E-8BF1-5DDBAC2C3665}"/>
              </a:ext>
            </a:extLst>
          </p:cNvPr>
          <p:cNvSpPr/>
          <p:nvPr userDrawn="1"/>
        </p:nvSpPr>
        <p:spPr>
          <a:xfrm>
            <a:off x="2505076"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addin_image</a:t>
            </a:r>
            <a:endParaRPr lang="nb-NO" dirty="0"/>
          </a:p>
        </p:txBody>
      </p:sp>
      <p:sp>
        <p:nvSpPr>
          <p:cNvPr id="9" name="addin_grouplist" hidden="1">
            <a:extLst>
              <a:ext uri="{FF2B5EF4-FFF2-40B4-BE49-F238E27FC236}">
                <a16:creationId xmlns:a16="http://schemas.microsoft.com/office/drawing/2014/main" id="{55453450-7C5E-47ED-8FB9-95BB5C190194}"/>
              </a:ext>
            </a:extLst>
          </p:cNvPr>
          <p:cNvSpPr/>
          <p:nvPr userDrawn="1"/>
        </p:nvSpPr>
        <p:spPr>
          <a:xfrm>
            <a:off x="4973338"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kern="1200" dirty="0" err="1">
                <a:solidFill>
                  <a:schemeClr val="lt1"/>
                </a:solidFill>
                <a:latin typeface="+mn-lt"/>
                <a:ea typeface="+mn-ea"/>
                <a:cs typeface="+mn-cs"/>
              </a:rPr>
              <a:t>SkiftBakgrunnGroup</a:t>
            </a:r>
            <a:endParaRPr lang="nb-NO" dirty="0"/>
          </a:p>
        </p:txBody>
      </p:sp>
      <p:sp>
        <p:nvSpPr>
          <p:cNvPr id="10" name="addin_background" hidden="1">
            <a:extLst>
              <a:ext uri="{FF2B5EF4-FFF2-40B4-BE49-F238E27FC236}">
                <a16:creationId xmlns:a16="http://schemas.microsoft.com/office/drawing/2014/main" id="{19DE1B7D-2015-4D3D-81DA-BE1C0B884B8C}"/>
              </a:ext>
            </a:extLst>
          </p:cNvPr>
          <p:cNvSpPr/>
          <p:nvPr userDrawn="1"/>
        </p:nvSpPr>
        <p:spPr>
          <a:xfrm>
            <a:off x="7441600" y="-8611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kern="1200" dirty="0" err="1">
                <a:solidFill>
                  <a:schemeClr val="lt1"/>
                </a:solidFill>
                <a:latin typeface="+mn-lt"/>
                <a:ea typeface="+mn-ea"/>
                <a:cs typeface="+mn-cs"/>
              </a:rPr>
              <a:t>Addin_background</a:t>
            </a:r>
            <a:endParaRPr lang="nb-NO" dirty="0"/>
          </a:p>
        </p:txBody>
      </p:sp>
      <p:sp>
        <p:nvSpPr>
          <p:cNvPr id="12" name="addin_colorlist" hidden="1">
            <a:extLst>
              <a:ext uri="{FF2B5EF4-FFF2-40B4-BE49-F238E27FC236}">
                <a16:creationId xmlns:a16="http://schemas.microsoft.com/office/drawing/2014/main" id="{2DACBF1F-1831-46CB-8E94-DAC5CC4C8A53}"/>
              </a:ext>
            </a:extLst>
          </p:cNvPr>
          <p:cNvSpPr/>
          <p:nvPr userDrawn="1"/>
        </p:nvSpPr>
        <p:spPr>
          <a:xfrm>
            <a:off x="2583335" y="-13602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a:t>sitk1, sitk2, sitk3</a:t>
            </a:r>
          </a:p>
        </p:txBody>
      </p:sp>
      <p:sp>
        <p:nvSpPr>
          <p:cNvPr id="13" name="addin_colorbox" hidden="1">
            <a:extLst>
              <a:ext uri="{FF2B5EF4-FFF2-40B4-BE49-F238E27FC236}">
                <a16:creationId xmlns:a16="http://schemas.microsoft.com/office/drawing/2014/main" id="{08780C0B-BBD9-4BF7-B461-4D609C762B61}"/>
              </a:ext>
            </a:extLst>
          </p:cNvPr>
          <p:cNvSpPr/>
          <p:nvPr userDrawn="1"/>
        </p:nvSpPr>
        <p:spPr>
          <a:xfrm>
            <a:off x="5014270" y="-13602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addin_colorbox</a:t>
            </a:r>
            <a:endParaRPr lang="nb-NO" dirty="0"/>
          </a:p>
        </p:txBody>
      </p:sp>
      <p:sp>
        <p:nvSpPr>
          <p:cNvPr id="14" name="addin_title" hidden="1">
            <a:extLst>
              <a:ext uri="{FF2B5EF4-FFF2-40B4-BE49-F238E27FC236}">
                <a16:creationId xmlns:a16="http://schemas.microsoft.com/office/drawing/2014/main" id="{3E5FC6D0-29E6-4763-9016-B07C6C2F674E}"/>
              </a:ext>
            </a:extLst>
          </p:cNvPr>
          <p:cNvSpPr/>
          <p:nvPr userDrawn="1"/>
        </p:nvSpPr>
        <p:spPr>
          <a:xfrm>
            <a:off x="9876140" y="-1360209"/>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addin_title</a:t>
            </a:r>
            <a:endParaRPr lang="nb-NO" dirty="0"/>
          </a:p>
        </p:txBody>
      </p:sp>
      <p:sp>
        <p:nvSpPr>
          <p:cNvPr id="15" name="addin_text" hidden="1">
            <a:extLst>
              <a:ext uri="{FF2B5EF4-FFF2-40B4-BE49-F238E27FC236}">
                <a16:creationId xmlns:a16="http://schemas.microsoft.com/office/drawing/2014/main" id="{E5048523-44FB-402D-AF9A-189895D758AB}"/>
              </a:ext>
            </a:extLst>
          </p:cNvPr>
          <p:cNvSpPr/>
          <p:nvPr userDrawn="1"/>
        </p:nvSpPr>
        <p:spPr>
          <a:xfrm>
            <a:off x="152400" y="-7087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addin_text</a:t>
            </a:r>
            <a:endParaRPr lang="nb-NO" dirty="0"/>
          </a:p>
        </p:txBody>
      </p:sp>
      <p:sp>
        <p:nvSpPr>
          <p:cNvPr id="16" name="addin_image" hidden="1">
            <a:extLst>
              <a:ext uri="{FF2B5EF4-FFF2-40B4-BE49-F238E27FC236}">
                <a16:creationId xmlns:a16="http://schemas.microsoft.com/office/drawing/2014/main" id="{4EBCC3D3-FB5E-4C44-BD2A-4765289129B6}"/>
              </a:ext>
            </a:extLst>
          </p:cNvPr>
          <p:cNvSpPr/>
          <p:nvPr userDrawn="1"/>
        </p:nvSpPr>
        <p:spPr>
          <a:xfrm>
            <a:off x="2657476" y="-7087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err="1"/>
              <a:t>addin_image</a:t>
            </a:r>
            <a:endParaRPr lang="nb-NO" dirty="0"/>
          </a:p>
        </p:txBody>
      </p:sp>
      <p:sp>
        <p:nvSpPr>
          <p:cNvPr id="17" name="addin_grouplist" hidden="1">
            <a:extLst>
              <a:ext uri="{FF2B5EF4-FFF2-40B4-BE49-F238E27FC236}">
                <a16:creationId xmlns:a16="http://schemas.microsoft.com/office/drawing/2014/main" id="{A21182DD-62B1-48E3-8A1E-30E0E49F8581}"/>
              </a:ext>
            </a:extLst>
          </p:cNvPr>
          <p:cNvSpPr/>
          <p:nvPr userDrawn="1"/>
        </p:nvSpPr>
        <p:spPr>
          <a:xfrm>
            <a:off x="5125738" y="-7087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kern="1200" dirty="0" err="1">
                <a:solidFill>
                  <a:schemeClr val="lt1"/>
                </a:solidFill>
                <a:latin typeface="+mn-lt"/>
                <a:ea typeface="+mn-ea"/>
                <a:cs typeface="+mn-cs"/>
              </a:rPr>
              <a:t>SkiftBakgrunnGroup</a:t>
            </a:r>
            <a:endParaRPr lang="nb-NO" dirty="0"/>
          </a:p>
        </p:txBody>
      </p:sp>
      <p:sp>
        <p:nvSpPr>
          <p:cNvPr id="18" name="addin_background" hidden="1">
            <a:extLst>
              <a:ext uri="{FF2B5EF4-FFF2-40B4-BE49-F238E27FC236}">
                <a16:creationId xmlns:a16="http://schemas.microsoft.com/office/drawing/2014/main" id="{DA65AA7C-2435-43EC-9E54-A952934DE561}"/>
              </a:ext>
            </a:extLst>
          </p:cNvPr>
          <p:cNvSpPr/>
          <p:nvPr userDrawn="1"/>
        </p:nvSpPr>
        <p:spPr>
          <a:xfrm>
            <a:off x="7594000" y="-708700"/>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kern="1200" dirty="0" err="1">
                <a:solidFill>
                  <a:schemeClr val="lt1"/>
                </a:solidFill>
                <a:latin typeface="+mn-lt"/>
                <a:ea typeface="+mn-ea"/>
                <a:cs typeface="+mn-cs"/>
              </a:rPr>
              <a:t>Addin_background</a:t>
            </a:r>
            <a:endParaRPr lang="nb-NO" dirty="0"/>
          </a:p>
        </p:txBody>
      </p:sp>
    </p:spTree>
    <p:extLst>
      <p:ext uri="{BB962C8B-B14F-4D97-AF65-F5344CB8AC3E}">
        <p14:creationId xmlns:p14="http://schemas.microsoft.com/office/powerpoint/2010/main" val="13314716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n tekstboks med underoverskrift">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56C04064-582F-4194-A0D4-8D33390FD5CC}"/>
              </a:ext>
            </a:extLst>
          </p:cNvPr>
          <p:cNvSpPr>
            <a:spLocks noGrp="1"/>
          </p:cNvSpPr>
          <p:nvPr>
            <p:ph type="title"/>
          </p:nvPr>
        </p:nvSpPr>
        <p:spPr>
          <a:xfrm>
            <a:off x="380168" y="161944"/>
            <a:ext cx="11431664" cy="754068"/>
          </a:xfrm>
        </p:spPr>
        <p:txBody>
          <a:bodyPr/>
          <a:lstStyle>
            <a:lvl1pPr>
              <a:defRPr sz="3500"/>
            </a:lvl1pPr>
          </a:lstStyle>
          <a:p>
            <a:r>
              <a:rPr lang="nb-NO" noProof="0"/>
              <a:t>Klikk for å redigere tittelstil</a:t>
            </a:r>
            <a:endParaRPr lang="nb-NO" noProof="0" dirty="0"/>
          </a:p>
        </p:txBody>
      </p:sp>
      <p:sp>
        <p:nvSpPr>
          <p:cNvPr id="47" name="Subtitle 2">
            <a:extLst>
              <a:ext uri="{FF2B5EF4-FFF2-40B4-BE49-F238E27FC236}">
                <a16:creationId xmlns:a16="http://schemas.microsoft.com/office/drawing/2014/main" id="{A3A431AF-BD4A-47F9-9ACD-109F83F14269}"/>
              </a:ext>
            </a:extLst>
          </p:cNvPr>
          <p:cNvSpPr>
            <a:spLocks noGrp="1"/>
          </p:cNvSpPr>
          <p:nvPr>
            <p:ph type="subTitle" idx="13"/>
          </p:nvPr>
        </p:nvSpPr>
        <p:spPr>
          <a:xfrm>
            <a:off x="380168" y="1003335"/>
            <a:ext cx="11431664" cy="494749"/>
          </a:xfrm>
        </p:spPr>
        <p:txBody>
          <a:bodyPr anchor="t"/>
          <a:lstStyle>
            <a:lvl1pPr marL="0" indent="0" algn="l">
              <a:buNone/>
              <a:defRPr sz="1800"/>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b-NO"/>
              <a:t>Klikk for å redigere undertittelstil i malen</a:t>
            </a:r>
            <a:endParaRPr lang="en-US" dirty="0"/>
          </a:p>
        </p:txBody>
      </p:sp>
      <p:sp>
        <p:nvSpPr>
          <p:cNvPr id="18" name="Content Placeholder 3">
            <a:extLst>
              <a:ext uri="{FF2B5EF4-FFF2-40B4-BE49-F238E27FC236}">
                <a16:creationId xmlns:a16="http://schemas.microsoft.com/office/drawing/2014/main" id="{387AD4FF-2A17-41D2-9989-72E3EE53EDB7}"/>
              </a:ext>
            </a:extLst>
          </p:cNvPr>
          <p:cNvSpPr>
            <a:spLocks noGrp="1"/>
          </p:cNvSpPr>
          <p:nvPr>
            <p:ph sz="half" idx="30"/>
          </p:nvPr>
        </p:nvSpPr>
        <p:spPr>
          <a:xfrm>
            <a:off x="380169" y="1704042"/>
            <a:ext cx="11431663" cy="4354559"/>
          </a:xfrm>
        </p:spPr>
        <p:txBody>
          <a:bodyPr/>
          <a:lstStyle>
            <a:lvl1pPr>
              <a:defRPr sz="2400"/>
            </a:lvl1pPr>
            <a:lvl2pPr>
              <a:defRPr sz="2400"/>
            </a:lvl2pPr>
            <a:lvl3pPr>
              <a:defRPr sz="2400"/>
            </a:lvl3pPr>
            <a:lvl4pPr>
              <a:defRPr sz="2400"/>
            </a:lvl4pPr>
            <a:lvl5pPr>
              <a:defRPr sz="2400"/>
            </a:lvl5pPr>
          </a:lstStyle>
          <a:p>
            <a:pPr lvl="0"/>
            <a:r>
              <a:rPr lang="nb-NO" noProof="0"/>
              <a:t>Klikk for å redigere tekststiler i malen</a:t>
            </a:r>
          </a:p>
          <a:p>
            <a:pPr lvl="1"/>
            <a:r>
              <a:rPr lang="nb-NO" noProof="0"/>
              <a:t>Andre nivå</a:t>
            </a:r>
          </a:p>
          <a:p>
            <a:pPr lvl="2"/>
            <a:r>
              <a:rPr lang="nb-NO" noProof="0"/>
              <a:t>Tredje nivå</a:t>
            </a:r>
          </a:p>
          <a:p>
            <a:pPr lvl="3"/>
            <a:r>
              <a:rPr lang="nb-NO" noProof="0"/>
              <a:t>Fjerde nivå</a:t>
            </a:r>
          </a:p>
          <a:p>
            <a:pPr lvl="4"/>
            <a:r>
              <a:rPr lang="nb-NO" noProof="0"/>
              <a:t>Femte nivå</a:t>
            </a:r>
            <a:endParaRPr lang="nb-NO" noProof="0" dirty="0"/>
          </a:p>
        </p:txBody>
      </p:sp>
      <p:sp>
        <p:nvSpPr>
          <p:cNvPr id="6" name="Footer Placeholder 5">
            <a:extLst>
              <a:ext uri="{FF2B5EF4-FFF2-40B4-BE49-F238E27FC236}">
                <a16:creationId xmlns:a16="http://schemas.microsoft.com/office/drawing/2014/main" id="{E82207EF-1A49-4BEC-B35C-772E1E2EFECD}"/>
              </a:ext>
            </a:extLst>
          </p:cNvPr>
          <p:cNvSpPr>
            <a:spLocks noGrp="1"/>
          </p:cNvSpPr>
          <p:nvPr>
            <p:ph type="ftr" sz="quarter" idx="32"/>
          </p:nvPr>
        </p:nvSpPr>
        <p:spPr/>
        <p:txBody>
          <a:bodyPr/>
          <a:lstStyle/>
          <a:p>
            <a:endParaRPr lang="nb-NO" dirty="0"/>
          </a:p>
        </p:txBody>
      </p:sp>
      <p:sp>
        <p:nvSpPr>
          <p:cNvPr id="7" name="Slide Number Placeholder 6">
            <a:extLst>
              <a:ext uri="{FF2B5EF4-FFF2-40B4-BE49-F238E27FC236}">
                <a16:creationId xmlns:a16="http://schemas.microsoft.com/office/drawing/2014/main" id="{23134CF4-4951-4824-A36D-2B6BAEF472C0}"/>
              </a:ext>
            </a:extLst>
          </p:cNvPr>
          <p:cNvSpPr>
            <a:spLocks noGrp="1"/>
          </p:cNvSpPr>
          <p:nvPr>
            <p:ph type="sldNum" sz="quarter" idx="33"/>
          </p:nvPr>
        </p:nvSpPr>
        <p:spPr/>
        <p:txBody>
          <a:bodyPr/>
          <a:lstStyle/>
          <a:p>
            <a:r>
              <a:rPr lang="en-US"/>
              <a:t>Side </a:t>
            </a:r>
            <a:fld id="{5251F420-7306-4E7C-A79E-F31A38F7D392}" type="slidenum">
              <a:rPr lang="en-US" smtClean="0"/>
              <a:pPr/>
              <a:t>‹#›</a:t>
            </a:fld>
            <a:endParaRPr lang="en-US" dirty="0"/>
          </a:p>
        </p:txBody>
      </p:sp>
    </p:spTree>
    <p:extLst>
      <p:ext uri="{BB962C8B-B14F-4D97-AF65-F5344CB8AC3E}">
        <p14:creationId xmlns:p14="http://schemas.microsoft.com/office/powerpoint/2010/main" val="18291441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o tekstbokser med underoverskrift">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56C04064-582F-4194-A0D4-8D33390FD5CC}"/>
              </a:ext>
            </a:extLst>
          </p:cNvPr>
          <p:cNvSpPr>
            <a:spLocks noGrp="1"/>
          </p:cNvSpPr>
          <p:nvPr>
            <p:ph type="title"/>
          </p:nvPr>
        </p:nvSpPr>
        <p:spPr>
          <a:xfrm>
            <a:off x="380168" y="161944"/>
            <a:ext cx="11431664" cy="754068"/>
          </a:xfrm>
        </p:spPr>
        <p:txBody>
          <a:bodyPr/>
          <a:lstStyle>
            <a:lvl1pPr>
              <a:defRPr sz="3500"/>
            </a:lvl1pPr>
          </a:lstStyle>
          <a:p>
            <a:r>
              <a:rPr lang="nb-NO" noProof="0"/>
              <a:t>Klikk for å redigere tittelstil</a:t>
            </a:r>
            <a:endParaRPr lang="nb-NO" noProof="0" dirty="0"/>
          </a:p>
        </p:txBody>
      </p:sp>
      <p:sp>
        <p:nvSpPr>
          <p:cNvPr id="47" name="Subtitle 2">
            <a:extLst>
              <a:ext uri="{FF2B5EF4-FFF2-40B4-BE49-F238E27FC236}">
                <a16:creationId xmlns:a16="http://schemas.microsoft.com/office/drawing/2014/main" id="{A3A431AF-BD4A-47F9-9ACD-109F83F14269}"/>
              </a:ext>
            </a:extLst>
          </p:cNvPr>
          <p:cNvSpPr>
            <a:spLocks noGrp="1"/>
          </p:cNvSpPr>
          <p:nvPr>
            <p:ph type="subTitle" idx="13"/>
          </p:nvPr>
        </p:nvSpPr>
        <p:spPr>
          <a:xfrm>
            <a:off x="380168" y="1003335"/>
            <a:ext cx="5469089" cy="494749"/>
          </a:xfrm>
        </p:spPr>
        <p:txBody>
          <a:bodyPr anchor="t"/>
          <a:lstStyle>
            <a:lvl1pPr marL="0" indent="0" algn="l">
              <a:buNone/>
              <a:defRPr sz="1800"/>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b-NO"/>
              <a:t>Klikk for å redigere undertittelstil i malen</a:t>
            </a:r>
            <a:endParaRPr lang="en-US" dirty="0"/>
          </a:p>
        </p:txBody>
      </p:sp>
      <p:sp>
        <p:nvSpPr>
          <p:cNvPr id="9" name="Content Placeholder 3">
            <a:extLst>
              <a:ext uri="{FF2B5EF4-FFF2-40B4-BE49-F238E27FC236}">
                <a16:creationId xmlns:a16="http://schemas.microsoft.com/office/drawing/2014/main" id="{E8C4F134-43A3-438E-88E2-D8FF0EDE7A13}"/>
              </a:ext>
            </a:extLst>
          </p:cNvPr>
          <p:cNvSpPr>
            <a:spLocks noGrp="1"/>
          </p:cNvSpPr>
          <p:nvPr>
            <p:ph sz="half" idx="29"/>
          </p:nvPr>
        </p:nvSpPr>
        <p:spPr>
          <a:xfrm>
            <a:off x="380170" y="1704042"/>
            <a:ext cx="5469088" cy="4354559"/>
          </a:xfrm>
        </p:spPr>
        <p:txBody>
          <a:bodyPr/>
          <a:lstStyle>
            <a:lvl1pPr>
              <a:defRPr sz="2400"/>
            </a:lvl1pPr>
            <a:lvl2pPr>
              <a:defRPr sz="2400"/>
            </a:lvl2pPr>
            <a:lvl3pPr>
              <a:defRPr sz="2400"/>
            </a:lvl3pPr>
            <a:lvl4pPr>
              <a:defRPr sz="2400"/>
            </a:lvl4pPr>
            <a:lvl5pPr>
              <a:defRPr sz="2400"/>
            </a:lvl5pPr>
          </a:lstStyle>
          <a:p>
            <a:pPr lvl="0"/>
            <a:r>
              <a:rPr lang="nb-NO" noProof="0"/>
              <a:t>Klikk for å redigere tekststiler i malen</a:t>
            </a:r>
          </a:p>
          <a:p>
            <a:pPr lvl="1"/>
            <a:r>
              <a:rPr lang="nb-NO" noProof="0"/>
              <a:t>Andre nivå</a:t>
            </a:r>
          </a:p>
          <a:p>
            <a:pPr lvl="2"/>
            <a:r>
              <a:rPr lang="nb-NO" noProof="0"/>
              <a:t>Tredje nivå</a:t>
            </a:r>
          </a:p>
          <a:p>
            <a:pPr lvl="3"/>
            <a:r>
              <a:rPr lang="nb-NO" noProof="0"/>
              <a:t>Fjerde nivå</a:t>
            </a:r>
          </a:p>
          <a:p>
            <a:pPr lvl="4"/>
            <a:r>
              <a:rPr lang="nb-NO" noProof="0"/>
              <a:t>Femte nivå</a:t>
            </a:r>
            <a:endParaRPr lang="nb-NO" noProof="0" dirty="0"/>
          </a:p>
        </p:txBody>
      </p:sp>
      <p:sp>
        <p:nvSpPr>
          <p:cNvPr id="3" name="Text Placeholder 2">
            <a:extLst>
              <a:ext uri="{FF2B5EF4-FFF2-40B4-BE49-F238E27FC236}">
                <a16:creationId xmlns:a16="http://schemas.microsoft.com/office/drawing/2014/main" id="{3B4003BB-F04C-4A8B-BC54-5FDD5D30356E}"/>
              </a:ext>
            </a:extLst>
          </p:cNvPr>
          <p:cNvSpPr>
            <a:spLocks noGrp="1"/>
          </p:cNvSpPr>
          <p:nvPr>
            <p:ph type="body" sz="quarter" idx="32"/>
          </p:nvPr>
        </p:nvSpPr>
        <p:spPr>
          <a:xfrm>
            <a:off x="6342741" y="1003335"/>
            <a:ext cx="5469089" cy="494749"/>
          </a:xfrm>
        </p:spPr>
        <p:txBody>
          <a:bodyPr/>
          <a:lstStyle>
            <a:lvl1pPr marL="0" indent="0">
              <a:buNone/>
              <a:defRPr lang="en-US" sz="1800" kern="1200" dirty="0">
                <a:solidFill>
                  <a:schemeClr val="tx1"/>
                </a:solidFill>
                <a:latin typeface="+mn-lt"/>
                <a:ea typeface="+mn-ea"/>
                <a:cs typeface="+mn-cs"/>
              </a:defRPr>
            </a:lvl1pPr>
          </a:lstStyle>
          <a:p>
            <a:pPr lvl="0"/>
            <a:r>
              <a:rPr lang="nb-NO"/>
              <a:t>Klikk for å redigere tekststiler i malen</a:t>
            </a:r>
          </a:p>
        </p:txBody>
      </p:sp>
      <p:sp>
        <p:nvSpPr>
          <p:cNvPr id="7" name="Content Placeholder 3">
            <a:extLst>
              <a:ext uri="{FF2B5EF4-FFF2-40B4-BE49-F238E27FC236}">
                <a16:creationId xmlns:a16="http://schemas.microsoft.com/office/drawing/2014/main" id="{A0524D80-7434-47CB-8898-52900F44078A}"/>
              </a:ext>
            </a:extLst>
          </p:cNvPr>
          <p:cNvSpPr>
            <a:spLocks noGrp="1"/>
          </p:cNvSpPr>
          <p:nvPr>
            <p:ph sz="half" idx="31"/>
          </p:nvPr>
        </p:nvSpPr>
        <p:spPr>
          <a:xfrm>
            <a:off x="6342741" y="1704042"/>
            <a:ext cx="5469089" cy="4354851"/>
          </a:xfrm>
        </p:spPr>
        <p:txBody>
          <a:bodyPr/>
          <a:lstStyle>
            <a:lvl1pPr>
              <a:defRPr sz="2400"/>
            </a:lvl1pPr>
            <a:lvl2pPr>
              <a:defRPr sz="2400"/>
            </a:lvl2pPr>
            <a:lvl3pPr>
              <a:defRPr sz="2400"/>
            </a:lvl3pPr>
            <a:lvl4pPr>
              <a:defRPr sz="2400"/>
            </a:lvl4pPr>
            <a:lvl5pPr>
              <a:defRPr sz="2400"/>
            </a:lvl5pPr>
          </a:lstStyle>
          <a:p>
            <a:pPr lvl="0"/>
            <a:r>
              <a:rPr lang="nb-NO" noProof="0"/>
              <a:t>Klikk for å redigere tekststiler i malen</a:t>
            </a:r>
          </a:p>
          <a:p>
            <a:pPr lvl="1"/>
            <a:r>
              <a:rPr lang="nb-NO" noProof="0"/>
              <a:t>Andre nivå</a:t>
            </a:r>
          </a:p>
          <a:p>
            <a:pPr lvl="2"/>
            <a:r>
              <a:rPr lang="nb-NO" noProof="0"/>
              <a:t>Tredje nivå</a:t>
            </a:r>
          </a:p>
          <a:p>
            <a:pPr lvl="3"/>
            <a:r>
              <a:rPr lang="nb-NO" noProof="0"/>
              <a:t>Fjerde nivå</a:t>
            </a:r>
          </a:p>
          <a:p>
            <a:pPr lvl="4"/>
            <a:r>
              <a:rPr lang="nb-NO" noProof="0"/>
              <a:t>Femte nivå</a:t>
            </a:r>
            <a:endParaRPr lang="nb-NO" noProof="0" dirty="0"/>
          </a:p>
        </p:txBody>
      </p:sp>
      <p:sp>
        <p:nvSpPr>
          <p:cNvPr id="8" name="Footer Placeholder 7">
            <a:extLst>
              <a:ext uri="{FF2B5EF4-FFF2-40B4-BE49-F238E27FC236}">
                <a16:creationId xmlns:a16="http://schemas.microsoft.com/office/drawing/2014/main" id="{57AAA207-8E55-477B-AF05-92D6F597A5B7}"/>
              </a:ext>
            </a:extLst>
          </p:cNvPr>
          <p:cNvSpPr>
            <a:spLocks noGrp="1"/>
          </p:cNvSpPr>
          <p:nvPr>
            <p:ph type="ftr" sz="quarter" idx="34"/>
          </p:nvPr>
        </p:nvSpPr>
        <p:spPr/>
        <p:txBody>
          <a:bodyPr/>
          <a:lstStyle/>
          <a:p>
            <a:endParaRPr lang="nb-NO" dirty="0"/>
          </a:p>
        </p:txBody>
      </p:sp>
      <p:sp>
        <p:nvSpPr>
          <p:cNvPr id="10" name="Slide Number Placeholder 9">
            <a:extLst>
              <a:ext uri="{FF2B5EF4-FFF2-40B4-BE49-F238E27FC236}">
                <a16:creationId xmlns:a16="http://schemas.microsoft.com/office/drawing/2014/main" id="{FA7972B2-D533-401B-8556-469D52E0F4DD}"/>
              </a:ext>
            </a:extLst>
          </p:cNvPr>
          <p:cNvSpPr>
            <a:spLocks noGrp="1"/>
          </p:cNvSpPr>
          <p:nvPr>
            <p:ph type="sldNum" sz="quarter" idx="35"/>
          </p:nvPr>
        </p:nvSpPr>
        <p:spPr/>
        <p:txBody>
          <a:bodyPr/>
          <a:lstStyle/>
          <a:p>
            <a:r>
              <a:rPr lang="en-US"/>
              <a:t>Side </a:t>
            </a:r>
            <a:fld id="{5251F420-7306-4E7C-A79E-F31A38F7D392}" type="slidenum">
              <a:rPr lang="en-US" smtClean="0"/>
              <a:pPr/>
              <a:t>‹#›</a:t>
            </a:fld>
            <a:endParaRPr lang="en-US" dirty="0"/>
          </a:p>
        </p:txBody>
      </p:sp>
    </p:spTree>
    <p:extLst>
      <p:ext uri="{BB962C8B-B14F-4D97-AF65-F5344CB8AC3E}">
        <p14:creationId xmlns:p14="http://schemas.microsoft.com/office/powerpoint/2010/main" val="31200161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lde høyre">
    <p:spTree>
      <p:nvGrpSpPr>
        <p:cNvPr id="1" name=""/>
        <p:cNvGrpSpPr/>
        <p:nvPr/>
      </p:nvGrpSpPr>
      <p:grpSpPr>
        <a:xfrm>
          <a:off x="0" y="0"/>
          <a:ext cx="0" cy="0"/>
          <a:chOff x="0" y="0"/>
          <a:chExt cx="0" cy="0"/>
        </a:xfrm>
      </p:grpSpPr>
      <p:sp>
        <p:nvSpPr>
          <p:cNvPr id="27" name="Picture Placeholder 4">
            <a:extLst>
              <a:ext uri="{FF2B5EF4-FFF2-40B4-BE49-F238E27FC236}">
                <a16:creationId xmlns:a16="http://schemas.microsoft.com/office/drawing/2014/main" id="{BBC24B24-8D61-4F79-AC7E-CAEA322622F9}"/>
              </a:ext>
            </a:extLst>
          </p:cNvPr>
          <p:cNvSpPr>
            <a:spLocks noGrp="1"/>
          </p:cNvSpPr>
          <p:nvPr>
            <p:ph type="pic" sz="quarter" idx="27"/>
          </p:nvPr>
        </p:nvSpPr>
        <p:spPr>
          <a:xfrm>
            <a:off x="7659098" y="371518"/>
            <a:ext cx="4152735" cy="5325998"/>
          </a:xfrm>
          <a:noFill/>
        </p:spPr>
        <p:txBody>
          <a:bodyPr/>
          <a:lstStyle>
            <a:lvl1pPr>
              <a:buNone/>
              <a:defRPr/>
            </a:lvl1pPr>
          </a:lstStyle>
          <a:p>
            <a:r>
              <a:rPr lang="nb-NO"/>
              <a:t>Klikk på ikonet for å legge til et bilde</a:t>
            </a:r>
            <a:endParaRPr lang="en-US" dirty="0"/>
          </a:p>
        </p:txBody>
      </p:sp>
      <p:sp>
        <p:nvSpPr>
          <p:cNvPr id="18" name="Text Placeholder 12">
            <a:extLst>
              <a:ext uri="{FF2B5EF4-FFF2-40B4-BE49-F238E27FC236}">
                <a16:creationId xmlns:a16="http://schemas.microsoft.com/office/drawing/2014/main" id="{51192628-F328-404D-8EFE-7A0B924C2142}"/>
              </a:ext>
            </a:extLst>
          </p:cNvPr>
          <p:cNvSpPr>
            <a:spLocks noGrp="1"/>
          </p:cNvSpPr>
          <p:nvPr>
            <p:ph type="body" sz="quarter" idx="16" hasCustomPrompt="1"/>
          </p:nvPr>
        </p:nvSpPr>
        <p:spPr>
          <a:xfrm>
            <a:off x="7659097" y="5875993"/>
            <a:ext cx="4152735" cy="182608"/>
          </a:xfrm>
        </p:spPr>
        <p:txBody>
          <a:bodyPr/>
          <a:lstStyle>
            <a:lvl1pPr marL="0" indent="0" algn="r">
              <a:buNone/>
              <a:defRPr sz="750">
                <a:solidFill>
                  <a:srgbClr val="524B48"/>
                </a:solidFill>
              </a:defRPr>
            </a:lvl1pPr>
          </a:lstStyle>
          <a:p>
            <a:pPr lvl="0"/>
            <a:r>
              <a:rPr lang="nb-NO" dirty="0"/>
              <a:t>Fotokreditt / Bildetekst</a:t>
            </a:r>
            <a:endParaRPr lang="en-US" dirty="0"/>
          </a:p>
        </p:txBody>
      </p:sp>
      <p:sp>
        <p:nvSpPr>
          <p:cNvPr id="10" name="Title 1">
            <a:extLst>
              <a:ext uri="{FF2B5EF4-FFF2-40B4-BE49-F238E27FC236}">
                <a16:creationId xmlns:a16="http://schemas.microsoft.com/office/drawing/2014/main" id="{700DEDF7-A715-4410-ACF2-29795822FEFA}"/>
              </a:ext>
            </a:extLst>
          </p:cNvPr>
          <p:cNvSpPr>
            <a:spLocks noGrp="1"/>
          </p:cNvSpPr>
          <p:nvPr>
            <p:ph type="title"/>
          </p:nvPr>
        </p:nvSpPr>
        <p:spPr>
          <a:xfrm>
            <a:off x="380168" y="161944"/>
            <a:ext cx="5715831" cy="754068"/>
          </a:xfrm>
        </p:spPr>
        <p:txBody>
          <a:bodyPr/>
          <a:lstStyle>
            <a:lvl1pPr>
              <a:defRPr sz="3500"/>
            </a:lvl1pPr>
          </a:lstStyle>
          <a:p>
            <a:r>
              <a:rPr lang="nb-NO" noProof="0"/>
              <a:t>Klikk for å redigere tittelstil</a:t>
            </a:r>
            <a:endParaRPr lang="nb-NO" noProof="0" dirty="0"/>
          </a:p>
        </p:txBody>
      </p:sp>
      <p:sp>
        <p:nvSpPr>
          <p:cNvPr id="9" name="Subtitle 2">
            <a:extLst>
              <a:ext uri="{FF2B5EF4-FFF2-40B4-BE49-F238E27FC236}">
                <a16:creationId xmlns:a16="http://schemas.microsoft.com/office/drawing/2014/main" id="{F0A05AF4-63D3-4127-BC34-6BD82C03AF3F}"/>
              </a:ext>
            </a:extLst>
          </p:cNvPr>
          <p:cNvSpPr>
            <a:spLocks noGrp="1"/>
          </p:cNvSpPr>
          <p:nvPr>
            <p:ph type="subTitle" idx="13"/>
          </p:nvPr>
        </p:nvSpPr>
        <p:spPr>
          <a:xfrm>
            <a:off x="380168" y="1003335"/>
            <a:ext cx="5715831" cy="494749"/>
          </a:xfrm>
        </p:spPr>
        <p:txBody>
          <a:bodyPr anchor="t"/>
          <a:lstStyle>
            <a:lvl1pPr marL="0" indent="0" algn="l">
              <a:buNone/>
              <a:defRPr sz="1800"/>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b-NO"/>
              <a:t>Klikk for å redigere undertittelstil i malen</a:t>
            </a:r>
            <a:endParaRPr lang="en-US" dirty="0"/>
          </a:p>
        </p:txBody>
      </p:sp>
      <p:sp>
        <p:nvSpPr>
          <p:cNvPr id="29" name="Content Placeholder 3">
            <a:extLst>
              <a:ext uri="{FF2B5EF4-FFF2-40B4-BE49-F238E27FC236}">
                <a16:creationId xmlns:a16="http://schemas.microsoft.com/office/drawing/2014/main" id="{71E44F0B-F496-4E85-AC77-361685F3DAE7}"/>
              </a:ext>
            </a:extLst>
          </p:cNvPr>
          <p:cNvSpPr>
            <a:spLocks noGrp="1"/>
          </p:cNvSpPr>
          <p:nvPr>
            <p:ph sz="half" idx="29"/>
          </p:nvPr>
        </p:nvSpPr>
        <p:spPr>
          <a:xfrm>
            <a:off x="380169" y="1704042"/>
            <a:ext cx="5715831" cy="4354559"/>
          </a:xfrm>
        </p:spPr>
        <p:txBody>
          <a:bodyPr/>
          <a:lstStyle>
            <a:lvl1pPr>
              <a:defRPr sz="2400"/>
            </a:lvl1pPr>
            <a:lvl2pPr>
              <a:defRPr sz="2400"/>
            </a:lvl2pPr>
            <a:lvl3pPr>
              <a:defRPr sz="2400"/>
            </a:lvl3pPr>
            <a:lvl4pPr>
              <a:defRPr sz="2400"/>
            </a:lvl4pPr>
            <a:lvl5pPr>
              <a:defRPr sz="2400"/>
            </a:lvl5pPr>
          </a:lstStyle>
          <a:p>
            <a:pPr lvl="0"/>
            <a:r>
              <a:rPr lang="nb-NO" noProof="0"/>
              <a:t>Klikk for å redigere tekststiler i malen</a:t>
            </a:r>
          </a:p>
          <a:p>
            <a:pPr lvl="1"/>
            <a:r>
              <a:rPr lang="nb-NO" noProof="0"/>
              <a:t>Andre nivå</a:t>
            </a:r>
          </a:p>
          <a:p>
            <a:pPr lvl="2"/>
            <a:r>
              <a:rPr lang="nb-NO" noProof="0"/>
              <a:t>Tredje nivå</a:t>
            </a:r>
          </a:p>
          <a:p>
            <a:pPr lvl="3"/>
            <a:r>
              <a:rPr lang="nb-NO" noProof="0"/>
              <a:t>Fjerde nivå</a:t>
            </a:r>
          </a:p>
          <a:p>
            <a:pPr lvl="4"/>
            <a:r>
              <a:rPr lang="nb-NO" noProof="0"/>
              <a:t>Femte nivå</a:t>
            </a:r>
            <a:endParaRPr lang="nb-NO" noProof="0" dirty="0"/>
          </a:p>
        </p:txBody>
      </p:sp>
      <p:sp>
        <p:nvSpPr>
          <p:cNvPr id="11" name="Footer Placeholder 4">
            <a:extLst>
              <a:ext uri="{FF2B5EF4-FFF2-40B4-BE49-F238E27FC236}">
                <a16:creationId xmlns:a16="http://schemas.microsoft.com/office/drawing/2014/main" id="{E9125386-EE30-45FB-BA78-8A032E308E25}"/>
              </a:ext>
            </a:extLst>
          </p:cNvPr>
          <p:cNvSpPr>
            <a:spLocks noGrp="1"/>
          </p:cNvSpPr>
          <p:nvPr>
            <p:ph type="ftr" sz="quarter" idx="3"/>
          </p:nvPr>
        </p:nvSpPr>
        <p:spPr>
          <a:xfrm>
            <a:off x="1837732" y="6243181"/>
            <a:ext cx="1501215" cy="259232"/>
          </a:xfrm>
          <a:prstGeom prst="rect">
            <a:avLst/>
          </a:prstGeom>
        </p:spPr>
        <p:txBody>
          <a:bodyPr lIns="0" tIns="0" rIns="0" bIns="0" anchor="b"/>
          <a:lstStyle>
            <a:lvl1pPr algn="l">
              <a:defRPr sz="800">
                <a:solidFill>
                  <a:schemeClr val="tx1"/>
                </a:solidFill>
              </a:defRPr>
            </a:lvl1pPr>
          </a:lstStyle>
          <a:p>
            <a:endParaRPr lang="nb-NO" dirty="0"/>
          </a:p>
        </p:txBody>
      </p:sp>
      <p:sp>
        <p:nvSpPr>
          <p:cNvPr id="15" name="Slide Number Placeholder 14">
            <a:extLst>
              <a:ext uri="{FF2B5EF4-FFF2-40B4-BE49-F238E27FC236}">
                <a16:creationId xmlns:a16="http://schemas.microsoft.com/office/drawing/2014/main" id="{BFFAB941-BECC-4FD4-9EA0-749780C19CA9}"/>
              </a:ext>
            </a:extLst>
          </p:cNvPr>
          <p:cNvSpPr>
            <a:spLocks noGrp="1"/>
          </p:cNvSpPr>
          <p:nvPr>
            <p:ph type="sldNum" sz="quarter" idx="12"/>
          </p:nvPr>
        </p:nvSpPr>
        <p:spPr/>
        <p:txBody>
          <a:bodyPr/>
          <a:lstStyle/>
          <a:p>
            <a:r>
              <a:rPr lang="en-US"/>
              <a:t>Side </a:t>
            </a:r>
            <a:fld id="{5251F420-7306-4E7C-A79E-F31A38F7D392}" type="slidenum">
              <a:rPr lang="en-US" smtClean="0"/>
              <a:pPr/>
              <a:t>‹#›</a:t>
            </a:fld>
            <a:endParaRPr lang="en-US" dirty="0"/>
          </a:p>
        </p:txBody>
      </p:sp>
    </p:spTree>
    <p:extLst>
      <p:ext uri="{BB962C8B-B14F-4D97-AF65-F5344CB8AC3E}">
        <p14:creationId xmlns:p14="http://schemas.microsoft.com/office/powerpoint/2010/main" val="39499861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nnho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9F22D83-B5FE-4078-A904-43A00158938B}"/>
              </a:ext>
            </a:extLst>
          </p:cNvPr>
          <p:cNvSpPr>
            <a:spLocks noGrp="1"/>
          </p:cNvSpPr>
          <p:nvPr>
            <p:ph type="title"/>
          </p:nvPr>
        </p:nvSpPr>
        <p:spPr>
          <a:xfrm>
            <a:off x="380168" y="161944"/>
            <a:ext cx="11431664" cy="754068"/>
          </a:xfrm>
        </p:spPr>
        <p:txBody>
          <a:bodyPr/>
          <a:lstStyle>
            <a:lvl1pPr>
              <a:defRPr sz="3500"/>
            </a:lvl1pPr>
          </a:lstStyle>
          <a:p>
            <a:r>
              <a:rPr lang="nb-NO" noProof="0"/>
              <a:t>Klikk for å redigere tittelstil</a:t>
            </a:r>
            <a:endParaRPr lang="nb-NO" noProof="0" dirty="0"/>
          </a:p>
        </p:txBody>
      </p:sp>
      <p:sp>
        <p:nvSpPr>
          <p:cNvPr id="2" name="Content Placeholder 1">
            <a:extLst>
              <a:ext uri="{FF2B5EF4-FFF2-40B4-BE49-F238E27FC236}">
                <a16:creationId xmlns:a16="http://schemas.microsoft.com/office/drawing/2014/main" id="{B44269EB-52A0-4947-98BF-6FDC43498788}"/>
              </a:ext>
            </a:extLst>
          </p:cNvPr>
          <p:cNvSpPr>
            <a:spLocks noGrp="1"/>
          </p:cNvSpPr>
          <p:nvPr>
            <p:ph sz="quarter" idx="28"/>
          </p:nvPr>
        </p:nvSpPr>
        <p:spPr>
          <a:xfrm>
            <a:off x="380168" y="1180008"/>
            <a:ext cx="11431664" cy="4720030"/>
          </a:xfrm>
          <a:prstGeom prst="rect">
            <a:avLst/>
          </a:prstGeom>
        </p:spPr>
        <p:txBody>
          <a:bodyPr lIns="0" tIns="0" rIns="0" bIns="0"/>
          <a:lstStyle>
            <a:lvl1pPr marL="125438" indent="-125438" algn="l">
              <a:lnSpc>
                <a:spcPct val="100000"/>
              </a:lnSpc>
              <a:spcBef>
                <a:spcPts val="1150"/>
              </a:spcBef>
              <a:spcAft>
                <a:spcPts val="0"/>
              </a:spcAft>
              <a:buClrTx/>
              <a:buFontTx/>
              <a:buNone/>
              <a:defRPr sz="1500" b="0" i="0" u="none" cap="none">
                <a:solidFill>
                  <a:srgbClr val="000000"/>
                </a:solidFill>
                <a:latin typeface="+mn-lt"/>
              </a:defRPr>
            </a:lvl1pPr>
          </a:lstStyle>
          <a:p>
            <a:pPr lvl="0"/>
            <a:r>
              <a:rPr lang="nb-NO"/>
              <a:t>Klikk for å redigere tekststiler i malen</a:t>
            </a:r>
          </a:p>
        </p:txBody>
      </p:sp>
      <p:sp>
        <p:nvSpPr>
          <p:cNvPr id="7" name="Footer Placeholder 4">
            <a:extLst>
              <a:ext uri="{FF2B5EF4-FFF2-40B4-BE49-F238E27FC236}">
                <a16:creationId xmlns:a16="http://schemas.microsoft.com/office/drawing/2014/main" id="{677B9B8B-41DA-40B7-A3EE-81571DB48AF8}"/>
              </a:ext>
            </a:extLst>
          </p:cNvPr>
          <p:cNvSpPr>
            <a:spLocks noGrp="1"/>
          </p:cNvSpPr>
          <p:nvPr>
            <p:ph type="ftr" sz="quarter" idx="3"/>
          </p:nvPr>
        </p:nvSpPr>
        <p:spPr>
          <a:xfrm>
            <a:off x="1837732" y="6243181"/>
            <a:ext cx="1501215" cy="259232"/>
          </a:xfrm>
          <a:prstGeom prst="rect">
            <a:avLst/>
          </a:prstGeom>
        </p:spPr>
        <p:txBody>
          <a:bodyPr lIns="0" tIns="0" rIns="0" bIns="0" anchor="b"/>
          <a:lstStyle>
            <a:lvl1pPr algn="l">
              <a:defRPr sz="800">
                <a:solidFill>
                  <a:schemeClr val="tx1"/>
                </a:solidFill>
              </a:defRPr>
            </a:lvl1pPr>
          </a:lstStyle>
          <a:p>
            <a:endParaRPr lang="nb-NO" dirty="0"/>
          </a:p>
        </p:txBody>
      </p:sp>
      <p:sp>
        <p:nvSpPr>
          <p:cNvPr id="15" name="Slide Number Placeholder 14">
            <a:extLst>
              <a:ext uri="{FF2B5EF4-FFF2-40B4-BE49-F238E27FC236}">
                <a16:creationId xmlns:a16="http://schemas.microsoft.com/office/drawing/2014/main" id="{BFFAB941-BECC-4FD4-9EA0-749780C19CA9}"/>
              </a:ext>
            </a:extLst>
          </p:cNvPr>
          <p:cNvSpPr>
            <a:spLocks noGrp="1"/>
          </p:cNvSpPr>
          <p:nvPr>
            <p:ph type="sldNum" sz="quarter" idx="12"/>
          </p:nvPr>
        </p:nvSpPr>
        <p:spPr/>
        <p:txBody>
          <a:bodyPr/>
          <a:lstStyle/>
          <a:p>
            <a:r>
              <a:rPr lang="en-US"/>
              <a:t>Side </a:t>
            </a:r>
            <a:fld id="{5251F420-7306-4E7C-A79E-F31A38F7D392}" type="slidenum">
              <a:rPr lang="en-US" smtClean="0"/>
              <a:pPr/>
              <a:t>‹#›</a:t>
            </a:fld>
            <a:endParaRPr lang="en-US" dirty="0"/>
          </a:p>
        </p:txBody>
      </p:sp>
    </p:spTree>
    <p:extLst>
      <p:ext uri="{BB962C8B-B14F-4D97-AF65-F5344CB8AC3E}">
        <p14:creationId xmlns:p14="http://schemas.microsoft.com/office/powerpoint/2010/main" val="15867015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re tekstbokser med ingress">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1DAFF44-670E-4F4C-85A7-C39E379A8959}"/>
              </a:ext>
            </a:extLst>
          </p:cNvPr>
          <p:cNvSpPr>
            <a:spLocks noGrp="1"/>
          </p:cNvSpPr>
          <p:nvPr>
            <p:ph type="title"/>
          </p:nvPr>
        </p:nvSpPr>
        <p:spPr>
          <a:xfrm>
            <a:off x="380168" y="161944"/>
            <a:ext cx="11431664" cy="754068"/>
          </a:xfrm>
        </p:spPr>
        <p:txBody>
          <a:bodyPr/>
          <a:lstStyle>
            <a:lvl1pPr>
              <a:defRPr/>
            </a:lvl1pPr>
          </a:lstStyle>
          <a:p>
            <a:r>
              <a:rPr lang="nb-NO" noProof="0"/>
              <a:t>Klikk for å redigere tittelstil</a:t>
            </a:r>
            <a:endParaRPr lang="nb-NO" noProof="0" dirty="0"/>
          </a:p>
        </p:txBody>
      </p:sp>
      <p:sp>
        <p:nvSpPr>
          <p:cNvPr id="14" name="Text Placeholder 21">
            <a:extLst>
              <a:ext uri="{FF2B5EF4-FFF2-40B4-BE49-F238E27FC236}">
                <a16:creationId xmlns:a16="http://schemas.microsoft.com/office/drawing/2014/main" id="{A53454CC-87E9-4EB8-A148-E8917C513AF2}"/>
              </a:ext>
            </a:extLst>
          </p:cNvPr>
          <p:cNvSpPr>
            <a:spLocks noGrp="1"/>
          </p:cNvSpPr>
          <p:nvPr>
            <p:ph type="body" sz="quarter" idx="28"/>
          </p:nvPr>
        </p:nvSpPr>
        <p:spPr>
          <a:xfrm>
            <a:off x="380168" y="1003335"/>
            <a:ext cx="3524319" cy="494749"/>
          </a:xfrm>
        </p:spPr>
        <p:txBody>
          <a:bodyPr anchor="t"/>
          <a:lstStyle>
            <a:lvl1pPr>
              <a:buNone/>
              <a:defRPr lang="en-US" sz="1800" kern="1200" dirty="0">
                <a:solidFill>
                  <a:schemeClr val="tx1"/>
                </a:solidFill>
                <a:latin typeface="+mn-lt"/>
                <a:ea typeface="+mn-ea"/>
                <a:cs typeface="+mn-cs"/>
              </a:defRPr>
            </a:lvl1pPr>
          </a:lstStyle>
          <a:p>
            <a:pPr lvl="0"/>
            <a:r>
              <a:rPr lang="nb-NO"/>
              <a:t>Klikk for å redigere tekststiler i malen</a:t>
            </a:r>
          </a:p>
        </p:txBody>
      </p:sp>
      <p:sp>
        <p:nvSpPr>
          <p:cNvPr id="8" name="Text Placeholder 7">
            <a:extLst>
              <a:ext uri="{FF2B5EF4-FFF2-40B4-BE49-F238E27FC236}">
                <a16:creationId xmlns:a16="http://schemas.microsoft.com/office/drawing/2014/main" id="{D9B68EB7-26DD-44B0-B503-B133010AD6D9}"/>
              </a:ext>
            </a:extLst>
          </p:cNvPr>
          <p:cNvSpPr>
            <a:spLocks noGrp="1"/>
          </p:cNvSpPr>
          <p:nvPr>
            <p:ph type="body" sz="quarter" idx="29"/>
          </p:nvPr>
        </p:nvSpPr>
        <p:spPr>
          <a:xfrm>
            <a:off x="379851" y="1710199"/>
            <a:ext cx="3524319" cy="815353"/>
          </a:xfrm>
          <a:prstGeom prst="rect">
            <a:avLst/>
          </a:prstGeom>
        </p:spPr>
        <p:txBody>
          <a:bodyPr lIns="0" tIns="0" rIns="0" bIns="0"/>
          <a:lstStyle>
            <a:lvl1pPr marL="125438" indent="-125438" algn="l">
              <a:lnSpc>
                <a:spcPct val="100000"/>
              </a:lnSpc>
              <a:spcBef>
                <a:spcPts val="1150"/>
              </a:spcBef>
              <a:spcAft>
                <a:spcPts val="0"/>
              </a:spcAft>
              <a:buClrTx/>
              <a:buFont typeface="Arial" panose="020B0604020202020204" pitchFamily="34" charset="0"/>
              <a:buChar char="•"/>
              <a:defRPr sz="1800" b="0" i="0" u="none" cap="none">
                <a:solidFill>
                  <a:srgbClr val="000000"/>
                </a:solidFill>
                <a:latin typeface="+mn-lt"/>
              </a:defRPr>
            </a:lvl1pPr>
            <a:lvl2pPr marL="685834" indent="-228611" algn="l">
              <a:lnSpc>
                <a:spcPct val="100000"/>
              </a:lnSpc>
              <a:spcBef>
                <a:spcPts val="500"/>
              </a:spcBef>
              <a:spcAft>
                <a:spcPts val="0"/>
              </a:spcAft>
              <a:buClrTx/>
              <a:buFont typeface="Arial" panose="020B0604020202020204" pitchFamily="34" charset="0"/>
              <a:buChar char="•"/>
              <a:defRPr sz="1800" b="0" i="0" u="none" cap="none">
                <a:solidFill>
                  <a:srgbClr val="000000"/>
                </a:solidFill>
                <a:latin typeface="+mn-lt"/>
              </a:defRPr>
            </a:lvl2pPr>
            <a:lvl3pPr marL="1143057" indent="-228611" algn="l">
              <a:lnSpc>
                <a:spcPct val="100000"/>
              </a:lnSpc>
              <a:spcBef>
                <a:spcPts val="500"/>
              </a:spcBef>
              <a:spcAft>
                <a:spcPts val="0"/>
              </a:spcAft>
              <a:buClrTx/>
              <a:buFont typeface="Arial" panose="020B0604020202020204" pitchFamily="34" charset="0"/>
              <a:buChar char="•"/>
              <a:defRPr sz="1800" b="0" i="0" u="none" cap="none">
                <a:solidFill>
                  <a:srgbClr val="000000"/>
                </a:solidFill>
                <a:latin typeface="+mn-lt"/>
              </a:defRPr>
            </a:lvl3pPr>
            <a:lvl4pPr marL="1600280" indent="-228611" algn="l">
              <a:lnSpc>
                <a:spcPct val="100000"/>
              </a:lnSpc>
              <a:spcBef>
                <a:spcPts val="500"/>
              </a:spcBef>
              <a:spcAft>
                <a:spcPts val="0"/>
              </a:spcAft>
              <a:buClrTx/>
              <a:buFont typeface="Arial" panose="020B0604020202020204" pitchFamily="34" charset="0"/>
              <a:buChar char="•"/>
              <a:defRPr sz="1800" b="0" i="0" u="none" cap="none">
                <a:solidFill>
                  <a:srgbClr val="000000"/>
                </a:solidFill>
                <a:latin typeface="+mn-lt"/>
              </a:defRPr>
            </a:lvl4pPr>
            <a:lvl5pPr marL="2057503" indent="-228611" algn="l">
              <a:lnSpc>
                <a:spcPct val="100000"/>
              </a:lnSpc>
              <a:spcBef>
                <a:spcPts val="500"/>
              </a:spcBef>
              <a:spcAft>
                <a:spcPts val="0"/>
              </a:spcAft>
              <a:buClrTx/>
              <a:buFont typeface="Arial" panose="020B0604020202020204" pitchFamily="34" charset="0"/>
              <a:buChar char="•"/>
              <a:defRPr sz="1800" b="0" i="0" u="none" cap="none">
                <a:solidFill>
                  <a:srgbClr val="000000"/>
                </a:solidFill>
                <a:latin typeface="+mn-lt"/>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24" name="Content Placeholder 23">
            <a:extLst>
              <a:ext uri="{FF2B5EF4-FFF2-40B4-BE49-F238E27FC236}">
                <a16:creationId xmlns:a16="http://schemas.microsoft.com/office/drawing/2014/main" id="{F24F2E76-C57A-43E9-AE90-9A5885C83A59}"/>
              </a:ext>
            </a:extLst>
          </p:cNvPr>
          <p:cNvSpPr>
            <a:spLocks noGrp="1"/>
          </p:cNvSpPr>
          <p:nvPr>
            <p:ph sz="quarter" idx="36"/>
          </p:nvPr>
        </p:nvSpPr>
        <p:spPr>
          <a:xfrm>
            <a:off x="377360" y="2793528"/>
            <a:ext cx="3524319" cy="2875433"/>
          </a:xfrm>
          <a:prstGeom prst="rect">
            <a:avLst/>
          </a:prstGeom>
        </p:spPr>
        <p:txBody>
          <a:bodyPr lIns="0" tIns="0" rIns="0" bIns="0"/>
          <a:lstStyle>
            <a:lvl1pPr marL="125438" indent="-125438" algn="l">
              <a:lnSpc>
                <a:spcPct val="100000"/>
              </a:lnSpc>
              <a:spcBef>
                <a:spcPts val="1150"/>
              </a:spcBef>
              <a:spcAft>
                <a:spcPts val="0"/>
              </a:spcAft>
              <a:buClrTx/>
              <a:buFont typeface="Arial" panose="020B0604020202020204" pitchFamily="34" charset="0"/>
              <a:buChar char="•"/>
              <a:defRPr sz="2400" b="0" i="0" u="none" cap="none">
                <a:solidFill>
                  <a:srgbClr val="000000"/>
                </a:solidFill>
                <a:latin typeface="+mn-lt"/>
              </a:defRPr>
            </a:lvl1pPr>
            <a:lvl2pPr marL="685834" indent="-228611" algn="l">
              <a:lnSpc>
                <a:spcPct val="100000"/>
              </a:lnSpc>
              <a:spcBef>
                <a:spcPts val="500"/>
              </a:spcBef>
              <a:spcAft>
                <a:spcPts val="0"/>
              </a:spcAft>
              <a:buClrTx/>
              <a:buFont typeface="Arial" panose="020B0604020202020204" pitchFamily="34" charset="0"/>
              <a:buChar char="•"/>
              <a:defRPr sz="2400" b="0" i="0" u="none" cap="none">
                <a:solidFill>
                  <a:srgbClr val="000000"/>
                </a:solidFill>
                <a:latin typeface="+mn-lt"/>
              </a:defRPr>
            </a:lvl2pPr>
            <a:lvl3pPr marL="1143057" indent="-228611" algn="l">
              <a:lnSpc>
                <a:spcPct val="100000"/>
              </a:lnSpc>
              <a:spcBef>
                <a:spcPts val="500"/>
              </a:spcBef>
              <a:spcAft>
                <a:spcPts val="0"/>
              </a:spcAft>
              <a:buClrTx/>
              <a:buFont typeface="Arial" panose="020B0604020202020204" pitchFamily="34" charset="0"/>
              <a:buChar char="•"/>
              <a:defRPr sz="2400" b="0" i="0" u="none" cap="none">
                <a:solidFill>
                  <a:srgbClr val="000000"/>
                </a:solidFill>
                <a:latin typeface="+mn-lt"/>
              </a:defRPr>
            </a:lvl3pPr>
            <a:lvl4pPr marL="1600280" indent="-228611" algn="l">
              <a:lnSpc>
                <a:spcPct val="100000"/>
              </a:lnSpc>
              <a:spcBef>
                <a:spcPts val="500"/>
              </a:spcBef>
              <a:spcAft>
                <a:spcPts val="0"/>
              </a:spcAft>
              <a:buClrTx/>
              <a:buFont typeface="Arial" panose="020B0604020202020204" pitchFamily="34" charset="0"/>
              <a:buChar char="•"/>
              <a:defRPr sz="2400" b="0" i="0" u="none" cap="none">
                <a:solidFill>
                  <a:srgbClr val="000000"/>
                </a:solidFill>
                <a:latin typeface="+mn-lt"/>
              </a:defRPr>
            </a:lvl4pPr>
            <a:lvl5pPr marL="2057503" indent="-228611" algn="l">
              <a:lnSpc>
                <a:spcPct val="100000"/>
              </a:lnSpc>
              <a:spcBef>
                <a:spcPts val="500"/>
              </a:spcBef>
              <a:spcAft>
                <a:spcPts val="0"/>
              </a:spcAft>
              <a:buClrTx/>
              <a:buFont typeface="Arial" panose="020B0604020202020204" pitchFamily="34" charset="0"/>
              <a:buChar char="•"/>
              <a:defRPr sz="2400" b="0" i="0" u="none" cap="none">
                <a:solidFill>
                  <a:srgbClr val="000000"/>
                </a:solidFill>
                <a:latin typeface="+mn-lt"/>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16" name="Text Placeholder 21">
            <a:extLst>
              <a:ext uri="{FF2B5EF4-FFF2-40B4-BE49-F238E27FC236}">
                <a16:creationId xmlns:a16="http://schemas.microsoft.com/office/drawing/2014/main" id="{04FE8AE5-898D-4838-B222-D9178BD54890}"/>
              </a:ext>
            </a:extLst>
          </p:cNvPr>
          <p:cNvSpPr>
            <a:spLocks noGrp="1"/>
          </p:cNvSpPr>
          <p:nvPr>
            <p:ph type="body" sz="quarter" idx="20"/>
          </p:nvPr>
        </p:nvSpPr>
        <p:spPr>
          <a:xfrm>
            <a:off x="4333840" y="1003335"/>
            <a:ext cx="3524319" cy="494749"/>
          </a:xfrm>
        </p:spPr>
        <p:txBody>
          <a:bodyPr anchor="t"/>
          <a:lstStyle>
            <a:lvl1pPr>
              <a:buNone/>
              <a:defRPr lang="en-US" sz="1800" kern="1200" dirty="0">
                <a:solidFill>
                  <a:schemeClr val="tx1"/>
                </a:solidFill>
                <a:latin typeface="+mn-lt"/>
                <a:ea typeface="+mn-ea"/>
                <a:cs typeface="+mn-cs"/>
              </a:defRPr>
            </a:lvl1pPr>
          </a:lstStyle>
          <a:p>
            <a:pPr lvl="0"/>
            <a:r>
              <a:rPr lang="nb-NO"/>
              <a:t>Klikk for å redigere tekststiler i malen</a:t>
            </a:r>
          </a:p>
        </p:txBody>
      </p:sp>
      <p:sp>
        <p:nvSpPr>
          <p:cNvPr id="11" name="Text Placeholder 10">
            <a:extLst>
              <a:ext uri="{FF2B5EF4-FFF2-40B4-BE49-F238E27FC236}">
                <a16:creationId xmlns:a16="http://schemas.microsoft.com/office/drawing/2014/main" id="{23871769-9C00-4F59-9847-667CD9B433BA}"/>
              </a:ext>
            </a:extLst>
          </p:cNvPr>
          <p:cNvSpPr>
            <a:spLocks noGrp="1"/>
          </p:cNvSpPr>
          <p:nvPr>
            <p:ph type="body" sz="quarter" idx="32"/>
          </p:nvPr>
        </p:nvSpPr>
        <p:spPr>
          <a:xfrm>
            <a:off x="4333841" y="1720927"/>
            <a:ext cx="3524319" cy="815353"/>
          </a:xfrm>
          <a:prstGeom prst="rect">
            <a:avLst/>
          </a:prstGeom>
        </p:spPr>
        <p:txBody>
          <a:bodyPr lIns="0" tIns="0" rIns="0" bIns="0"/>
          <a:lstStyle>
            <a:lvl1pPr marL="125438" indent="-125438" algn="l">
              <a:lnSpc>
                <a:spcPct val="100000"/>
              </a:lnSpc>
              <a:spcBef>
                <a:spcPts val="1150"/>
              </a:spcBef>
              <a:spcAft>
                <a:spcPts val="0"/>
              </a:spcAft>
              <a:buClrTx/>
              <a:buFont typeface="Arial" panose="020B0604020202020204" pitchFamily="34" charset="0"/>
              <a:buChar char="•"/>
              <a:defRPr sz="1800" b="0" i="0" u="none" cap="none">
                <a:solidFill>
                  <a:srgbClr val="000000"/>
                </a:solidFill>
                <a:latin typeface="+mn-lt"/>
              </a:defRPr>
            </a:lvl1pPr>
            <a:lvl2pPr marL="685834" indent="-228611" algn="l">
              <a:lnSpc>
                <a:spcPct val="100000"/>
              </a:lnSpc>
              <a:spcBef>
                <a:spcPts val="500"/>
              </a:spcBef>
              <a:spcAft>
                <a:spcPts val="0"/>
              </a:spcAft>
              <a:buClrTx/>
              <a:buFont typeface="Arial" panose="020B0604020202020204" pitchFamily="34" charset="0"/>
              <a:buChar char="•"/>
              <a:defRPr sz="1800" b="0" i="0" u="none" cap="none">
                <a:solidFill>
                  <a:srgbClr val="000000"/>
                </a:solidFill>
                <a:latin typeface="+mn-lt"/>
              </a:defRPr>
            </a:lvl2pPr>
            <a:lvl3pPr marL="1143057" indent="-228611" algn="l">
              <a:lnSpc>
                <a:spcPct val="100000"/>
              </a:lnSpc>
              <a:spcBef>
                <a:spcPts val="500"/>
              </a:spcBef>
              <a:spcAft>
                <a:spcPts val="0"/>
              </a:spcAft>
              <a:buClrTx/>
              <a:buFont typeface="Arial" panose="020B0604020202020204" pitchFamily="34" charset="0"/>
              <a:buChar char="•"/>
              <a:defRPr sz="1800" b="0" i="0" u="none" cap="none">
                <a:solidFill>
                  <a:srgbClr val="000000"/>
                </a:solidFill>
                <a:latin typeface="+mn-lt"/>
              </a:defRPr>
            </a:lvl3pPr>
            <a:lvl4pPr marL="1600280" indent="-228611" algn="l">
              <a:lnSpc>
                <a:spcPct val="100000"/>
              </a:lnSpc>
              <a:spcBef>
                <a:spcPts val="500"/>
              </a:spcBef>
              <a:spcAft>
                <a:spcPts val="0"/>
              </a:spcAft>
              <a:buClrTx/>
              <a:buFont typeface="Arial" panose="020B0604020202020204" pitchFamily="34" charset="0"/>
              <a:buChar char="•"/>
              <a:defRPr sz="1800" b="0" i="0" u="none" cap="none">
                <a:solidFill>
                  <a:srgbClr val="000000"/>
                </a:solidFill>
                <a:latin typeface="+mn-lt"/>
              </a:defRPr>
            </a:lvl4pPr>
            <a:lvl5pPr marL="2057503" indent="-228611" algn="l">
              <a:lnSpc>
                <a:spcPct val="100000"/>
              </a:lnSpc>
              <a:spcBef>
                <a:spcPts val="500"/>
              </a:spcBef>
              <a:spcAft>
                <a:spcPts val="0"/>
              </a:spcAft>
              <a:buClrTx/>
              <a:buFont typeface="Arial" panose="020B0604020202020204" pitchFamily="34" charset="0"/>
              <a:buChar char="•"/>
              <a:defRPr sz="1800" b="0" i="0" u="none" cap="none">
                <a:solidFill>
                  <a:srgbClr val="000000"/>
                </a:solidFill>
                <a:latin typeface="+mn-lt"/>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23" name="Content Placeholder 22">
            <a:extLst>
              <a:ext uri="{FF2B5EF4-FFF2-40B4-BE49-F238E27FC236}">
                <a16:creationId xmlns:a16="http://schemas.microsoft.com/office/drawing/2014/main" id="{3FA1C9B2-210C-4D25-800A-903735EC531A}"/>
              </a:ext>
            </a:extLst>
          </p:cNvPr>
          <p:cNvSpPr>
            <a:spLocks noGrp="1"/>
          </p:cNvSpPr>
          <p:nvPr>
            <p:ph sz="quarter" idx="35"/>
          </p:nvPr>
        </p:nvSpPr>
        <p:spPr>
          <a:xfrm>
            <a:off x="4333839" y="2793528"/>
            <a:ext cx="3524320" cy="2875433"/>
          </a:xfrm>
          <a:prstGeom prst="rect">
            <a:avLst/>
          </a:prstGeom>
        </p:spPr>
        <p:txBody>
          <a:bodyPr lIns="0" tIns="0" rIns="0" bIns="0"/>
          <a:lstStyle>
            <a:lvl1pPr marL="125438" indent="-125438" algn="l">
              <a:lnSpc>
                <a:spcPct val="100000"/>
              </a:lnSpc>
              <a:spcBef>
                <a:spcPts val="1150"/>
              </a:spcBef>
              <a:spcAft>
                <a:spcPts val="0"/>
              </a:spcAft>
              <a:buClrTx/>
              <a:buFont typeface="Arial" panose="020B0604020202020204" pitchFamily="34" charset="0"/>
              <a:buChar char="•"/>
              <a:defRPr sz="2400" b="0" i="0" u="none" cap="none">
                <a:solidFill>
                  <a:srgbClr val="000000"/>
                </a:solidFill>
                <a:latin typeface="+mn-lt"/>
              </a:defRPr>
            </a:lvl1pPr>
            <a:lvl2pPr marL="685834" indent="-228611" algn="l">
              <a:lnSpc>
                <a:spcPct val="100000"/>
              </a:lnSpc>
              <a:spcBef>
                <a:spcPts val="500"/>
              </a:spcBef>
              <a:spcAft>
                <a:spcPts val="0"/>
              </a:spcAft>
              <a:buClrTx/>
              <a:buFont typeface="Arial" panose="020B0604020202020204" pitchFamily="34" charset="0"/>
              <a:buChar char="•"/>
              <a:defRPr sz="2400" b="0" i="0" u="none" cap="none">
                <a:solidFill>
                  <a:srgbClr val="000000"/>
                </a:solidFill>
                <a:latin typeface="+mn-lt"/>
              </a:defRPr>
            </a:lvl2pPr>
            <a:lvl3pPr marL="1143057" indent="-228611" algn="l">
              <a:lnSpc>
                <a:spcPct val="100000"/>
              </a:lnSpc>
              <a:spcBef>
                <a:spcPts val="500"/>
              </a:spcBef>
              <a:spcAft>
                <a:spcPts val="0"/>
              </a:spcAft>
              <a:buClrTx/>
              <a:buFont typeface="Arial" panose="020B0604020202020204" pitchFamily="34" charset="0"/>
              <a:buChar char="•"/>
              <a:defRPr sz="2400" b="0" i="0" u="none" cap="none">
                <a:solidFill>
                  <a:srgbClr val="000000"/>
                </a:solidFill>
                <a:latin typeface="+mn-lt"/>
              </a:defRPr>
            </a:lvl3pPr>
            <a:lvl4pPr marL="1600280" indent="-228611" algn="l">
              <a:lnSpc>
                <a:spcPct val="100000"/>
              </a:lnSpc>
              <a:spcBef>
                <a:spcPts val="500"/>
              </a:spcBef>
              <a:spcAft>
                <a:spcPts val="0"/>
              </a:spcAft>
              <a:buClrTx/>
              <a:buFont typeface="Arial" panose="020B0604020202020204" pitchFamily="34" charset="0"/>
              <a:buChar char="•"/>
              <a:defRPr sz="2400" b="0" i="0" u="none" cap="none">
                <a:solidFill>
                  <a:srgbClr val="000000"/>
                </a:solidFill>
                <a:latin typeface="+mn-lt"/>
              </a:defRPr>
            </a:lvl4pPr>
            <a:lvl5pPr marL="2057503" indent="-228611" algn="l">
              <a:lnSpc>
                <a:spcPct val="100000"/>
              </a:lnSpc>
              <a:spcBef>
                <a:spcPts val="500"/>
              </a:spcBef>
              <a:spcAft>
                <a:spcPts val="0"/>
              </a:spcAft>
              <a:buClrTx/>
              <a:buFont typeface="Arial" panose="020B0604020202020204" pitchFamily="34" charset="0"/>
              <a:buChar char="•"/>
              <a:defRPr sz="2400" b="0" i="0" u="none" cap="none">
                <a:solidFill>
                  <a:srgbClr val="000000"/>
                </a:solidFill>
                <a:latin typeface="+mn-lt"/>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18" name="Text Placeholder 21">
            <a:extLst>
              <a:ext uri="{FF2B5EF4-FFF2-40B4-BE49-F238E27FC236}">
                <a16:creationId xmlns:a16="http://schemas.microsoft.com/office/drawing/2014/main" id="{734C1ED4-971E-4006-9901-E3C5A2D1ADFA}"/>
              </a:ext>
            </a:extLst>
          </p:cNvPr>
          <p:cNvSpPr>
            <a:spLocks noGrp="1"/>
          </p:cNvSpPr>
          <p:nvPr>
            <p:ph type="body" sz="quarter" idx="18"/>
          </p:nvPr>
        </p:nvSpPr>
        <p:spPr>
          <a:xfrm>
            <a:off x="8287512" y="1003335"/>
            <a:ext cx="3524319" cy="494749"/>
          </a:xfrm>
        </p:spPr>
        <p:txBody>
          <a:bodyPr anchor="t"/>
          <a:lstStyle>
            <a:lvl1pPr>
              <a:buNone/>
              <a:defRPr lang="en-US" sz="1800" kern="1200" dirty="0">
                <a:solidFill>
                  <a:schemeClr val="tx1"/>
                </a:solidFill>
                <a:latin typeface="+mn-lt"/>
                <a:ea typeface="+mn-ea"/>
                <a:cs typeface="+mn-cs"/>
              </a:defRPr>
            </a:lvl1pPr>
          </a:lstStyle>
          <a:p>
            <a:pPr lvl="0"/>
            <a:r>
              <a:rPr lang="nb-NO"/>
              <a:t>Klikk for å redigere tekststiler i malen</a:t>
            </a:r>
          </a:p>
        </p:txBody>
      </p:sp>
      <p:sp>
        <p:nvSpPr>
          <p:cNvPr id="12" name="Text Placeholder 11">
            <a:extLst>
              <a:ext uri="{FF2B5EF4-FFF2-40B4-BE49-F238E27FC236}">
                <a16:creationId xmlns:a16="http://schemas.microsoft.com/office/drawing/2014/main" id="{17F28ED8-40A8-43F5-9C35-FA0A7A4B7B0A}"/>
              </a:ext>
            </a:extLst>
          </p:cNvPr>
          <p:cNvSpPr>
            <a:spLocks noGrp="1"/>
          </p:cNvSpPr>
          <p:nvPr>
            <p:ph type="body" sz="quarter" idx="33"/>
          </p:nvPr>
        </p:nvSpPr>
        <p:spPr>
          <a:xfrm>
            <a:off x="8287513" y="1710199"/>
            <a:ext cx="3524639" cy="815353"/>
          </a:xfrm>
          <a:prstGeom prst="rect">
            <a:avLst/>
          </a:prstGeom>
        </p:spPr>
        <p:txBody>
          <a:bodyPr lIns="0" tIns="0" rIns="0" bIns="0"/>
          <a:lstStyle>
            <a:lvl1pPr marL="125438" indent="-125438" algn="l">
              <a:lnSpc>
                <a:spcPct val="100000"/>
              </a:lnSpc>
              <a:spcBef>
                <a:spcPts val="1150"/>
              </a:spcBef>
              <a:spcAft>
                <a:spcPts val="0"/>
              </a:spcAft>
              <a:buClrTx/>
              <a:buFont typeface="Arial" panose="020B0604020202020204" pitchFamily="34" charset="0"/>
              <a:buChar char="•"/>
              <a:defRPr sz="1800" b="0" i="0" u="none" cap="none">
                <a:solidFill>
                  <a:srgbClr val="000000"/>
                </a:solidFill>
                <a:latin typeface="+mn-lt"/>
              </a:defRPr>
            </a:lvl1pPr>
            <a:lvl2pPr marL="685834" indent="-228611" algn="l">
              <a:lnSpc>
                <a:spcPct val="100000"/>
              </a:lnSpc>
              <a:spcBef>
                <a:spcPts val="500"/>
              </a:spcBef>
              <a:spcAft>
                <a:spcPts val="0"/>
              </a:spcAft>
              <a:buClrTx/>
              <a:buFont typeface="Arial" panose="020B0604020202020204" pitchFamily="34" charset="0"/>
              <a:buChar char="•"/>
              <a:defRPr sz="1800" b="0" i="0" u="none" cap="none">
                <a:solidFill>
                  <a:srgbClr val="000000"/>
                </a:solidFill>
                <a:latin typeface="+mn-lt"/>
              </a:defRPr>
            </a:lvl2pPr>
            <a:lvl3pPr marL="1143057" indent="-228611" algn="l">
              <a:lnSpc>
                <a:spcPct val="100000"/>
              </a:lnSpc>
              <a:spcBef>
                <a:spcPts val="500"/>
              </a:spcBef>
              <a:spcAft>
                <a:spcPts val="0"/>
              </a:spcAft>
              <a:buClrTx/>
              <a:buFont typeface="Arial" panose="020B0604020202020204" pitchFamily="34" charset="0"/>
              <a:buChar char="•"/>
              <a:defRPr sz="1800" b="0" i="0" u="none" cap="none">
                <a:solidFill>
                  <a:srgbClr val="000000"/>
                </a:solidFill>
                <a:latin typeface="+mn-lt"/>
              </a:defRPr>
            </a:lvl3pPr>
            <a:lvl4pPr marL="1600280" indent="-228611" algn="l">
              <a:lnSpc>
                <a:spcPct val="100000"/>
              </a:lnSpc>
              <a:spcBef>
                <a:spcPts val="500"/>
              </a:spcBef>
              <a:spcAft>
                <a:spcPts val="0"/>
              </a:spcAft>
              <a:buClrTx/>
              <a:buFont typeface="Arial" panose="020B0604020202020204" pitchFamily="34" charset="0"/>
              <a:buChar char="•"/>
              <a:defRPr sz="1800" b="0" i="0" u="none" cap="none">
                <a:solidFill>
                  <a:srgbClr val="000000"/>
                </a:solidFill>
                <a:latin typeface="+mn-lt"/>
              </a:defRPr>
            </a:lvl4pPr>
            <a:lvl5pPr marL="2057503" indent="-228611" algn="l">
              <a:lnSpc>
                <a:spcPct val="100000"/>
              </a:lnSpc>
              <a:spcBef>
                <a:spcPts val="500"/>
              </a:spcBef>
              <a:spcAft>
                <a:spcPts val="0"/>
              </a:spcAft>
              <a:buClrTx/>
              <a:buFont typeface="Arial" panose="020B0604020202020204" pitchFamily="34" charset="0"/>
              <a:buChar char="•"/>
              <a:defRPr sz="1800" b="0" i="0" u="none" cap="none">
                <a:solidFill>
                  <a:srgbClr val="000000"/>
                </a:solidFill>
                <a:latin typeface="+mn-lt"/>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25" name="Content Placeholder 24">
            <a:extLst>
              <a:ext uri="{FF2B5EF4-FFF2-40B4-BE49-F238E27FC236}">
                <a16:creationId xmlns:a16="http://schemas.microsoft.com/office/drawing/2014/main" id="{920B93BE-FC97-4838-B295-13DE19DE7FB1}"/>
              </a:ext>
            </a:extLst>
          </p:cNvPr>
          <p:cNvSpPr>
            <a:spLocks noGrp="1"/>
          </p:cNvSpPr>
          <p:nvPr>
            <p:ph sz="quarter" idx="37"/>
          </p:nvPr>
        </p:nvSpPr>
        <p:spPr>
          <a:xfrm>
            <a:off x="8284385" y="2793528"/>
            <a:ext cx="3524639" cy="2875433"/>
          </a:xfrm>
          <a:prstGeom prst="rect">
            <a:avLst/>
          </a:prstGeom>
        </p:spPr>
        <p:txBody>
          <a:bodyPr lIns="0" tIns="0" rIns="0" bIns="0"/>
          <a:lstStyle>
            <a:lvl1pPr marL="125438" indent="-125438" algn="l">
              <a:lnSpc>
                <a:spcPct val="100000"/>
              </a:lnSpc>
              <a:spcBef>
                <a:spcPts val="1150"/>
              </a:spcBef>
              <a:spcAft>
                <a:spcPts val="0"/>
              </a:spcAft>
              <a:buClrTx/>
              <a:buFont typeface="Arial" panose="020B0604020202020204" pitchFamily="34" charset="0"/>
              <a:buChar char="•"/>
              <a:defRPr sz="2400" b="0" i="0" u="none" cap="none">
                <a:solidFill>
                  <a:srgbClr val="000000"/>
                </a:solidFill>
                <a:latin typeface="+mn-lt"/>
              </a:defRPr>
            </a:lvl1pPr>
            <a:lvl2pPr marL="685834" indent="-228611" algn="l">
              <a:lnSpc>
                <a:spcPct val="100000"/>
              </a:lnSpc>
              <a:spcBef>
                <a:spcPts val="500"/>
              </a:spcBef>
              <a:spcAft>
                <a:spcPts val="0"/>
              </a:spcAft>
              <a:buClrTx/>
              <a:buFont typeface="Arial" panose="020B0604020202020204" pitchFamily="34" charset="0"/>
              <a:buChar char="•"/>
              <a:defRPr sz="2400" b="0" i="0" u="none" cap="none">
                <a:solidFill>
                  <a:srgbClr val="000000"/>
                </a:solidFill>
                <a:latin typeface="+mn-lt"/>
              </a:defRPr>
            </a:lvl2pPr>
            <a:lvl3pPr marL="1143057" indent="-228611" algn="l">
              <a:lnSpc>
                <a:spcPct val="100000"/>
              </a:lnSpc>
              <a:spcBef>
                <a:spcPts val="500"/>
              </a:spcBef>
              <a:spcAft>
                <a:spcPts val="0"/>
              </a:spcAft>
              <a:buClrTx/>
              <a:buFont typeface="Arial" panose="020B0604020202020204" pitchFamily="34" charset="0"/>
              <a:buChar char="•"/>
              <a:defRPr sz="2400" b="0" i="0" u="none" cap="none">
                <a:solidFill>
                  <a:srgbClr val="000000"/>
                </a:solidFill>
                <a:latin typeface="+mn-lt"/>
              </a:defRPr>
            </a:lvl3pPr>
            <a:lvl4pPr marL="1600280" indent="-228611" algn="l">
              <a:lnSpc>
                <a:spcPct val="100000"/>
              </a:lnSpc>
              <a:spcBef>
                <a:spcPts val="500"/>
              </a:spcBef>
              <a:spcAft>
                <a:spcPts val="0"/>
              </a:spcAft>
              <a:buClrTx/>
              <a:buFont typeface="Arial" panose="020B0604020202020204" pitchFamily="34" charset="0"/>
              <a:buChar char="•"/>
              <a:defRPr sz="2400" b="0" i="0" u="none" cap="none">
                <a:solidFill>
                  <a:srgbClr val="000000"/>
                </a:solidFill>
                <a:latin typeface="+mn-lt"/>
              </a:defRPr>
            </a:lvl4pPr>
            <a:lvl5pPr marL="2057503" indent="-228611" algn="l">
              <a:lnSpc>
                <a:spcPct val="100000"/>
              </a:lnSpc>
              <a:spcBef>
                <a:spcPts val="500"/>
              </a:spcBef>
              <a:spcAft>
                <a:spcPts val="0"/>
              </a:spcAft>
              <a:buClrTx/>
              <a:buFont typeface="Arial" panose="020B0604020202020204" pitchFamily="34" charset="0"/>
              <a:buChar char="•"/>
              <a:defRPr sz="2400" b="0" i="0" u="none" cap="none">
                <a:solidFill>
                  <a:srgbClr val="000000"/>
                </a:solidFill>
                <a:latin typeface="+mn-lt"/>
              </a:defRPr>
            </a:lvl5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17" name="Footer Placeholder 4">
            <a:extLst>
              <a:ext uri="{FF2B5EF4-FFF2-40B4-BE49-F238E27FC236}">
                <a16:creationId xmlns:a16="http://schemas.microsoft.com/office/drawing/2014/main" id="{3EB74F5A-3F59-4167-9DC8-330443F35572}"/>
              </a:ext>
            </a:extLst>
          </p:cNvPr>
          <p:cNvSpPr>
            <a:spLocks noGrp="1"/>
          </p:cNvSpPr>
          <p:nvPr>
            <p:ph type="ftr" sz="quarter" idx="3"/>
          </p:nvPr>
        </p:nvSpPr>
        <p:spPr>
          <a:xfrm>
            <a:off x="1837732" y="6243181"/>
            <a:ext cx="1501215" cy="259232"/>
          </a:xfrm>
          <a:prstGeom prst="rect">
            <a:avLst/>
          </a:prstGeom>
        </p:spPr>
        <p:txBody>
          <a:bodyPr lIns="0" tIns="0" rIns="0" bIns="0" anchor="b"/>
          <a:lstStyle>
            <a:lvl1pPr algn="l">
              <a:defRPr sz="800">
                <a:solidFill>
                  <a:schemeClr val="tx1"/>
                </a:solidFill>
              </a:defRPr>
            </a:lvl1pPr>
          </a:lstStyle>
          <a:p>
            <a:endParaRPr lang="nb-NO" dirty="0"/>
          </a:p>
        </p:txBody>
      </p:sp>
      <p:sp>
        <p:nvSpPr>
          <p:cNvPr id="15" name="Slide Number Placeholder 14">
            <a:extLst>
              <a:ext uri="{FF2B5EF4-FFF2-40B4-BE49-F238E27FC236}">
                <a16:creationId xmlns:a16="http://schemas.microsoft.com/office/drawing/2014/main" id="{BFFAB941-BECC-4FD4-9EA0-749780C19CA9}"/>
              </a:ext>
            </a:extLst>
          </p:cNvPr>
          <p:cNvSpPr>
            <a:spLocks noGrp="1"/>
          </p:cNvSpPr>
          <p:nvPr>
            <p:ph type="sldNum" sz="quarter" idx="12"/>
          </p:nvPr>
        </p:nvSpPr>
        <p:spPr/>
        <p:txBody>
          <a:bodyPr/>
          <a:lstStyle/>
          <a:p>
            <a:r>
              <a:rPr lang="en-US"/>
              <a:t>Side </a:t>
            </a:r>
            <a:fld id="{5251F420-7306-4E7C-A79E-F31A38F7D392}" type="slidenum">
              <a:rPr lang="en-US" smtClean="0"/>
              <a:pPr/>
              <a:t>‹#›</a:t>
            </a:fld>
            <a:endParaRPr lang="en-US" dirty="0"/>
          </a:p>
        </p:txBody>
      </p:sp>
    </p:spTree>
    <p:extLst>
      <p:ext uri="{BB962C8B-B14F-4D97-AF65-F5344CB8AC3E}">
        <p14:creationId xmlns:p14="http://schemas.microsoft.com/office/powerpoint/2010/main" val="34707152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re bilder topp">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94FAB1-D6B5-4A8A-91E4-BEB7326ADFAA}"/>
              </a:ext>
            </a:extLst>
          </p:cNvPr>
          <p:cNvSpPr>
            <a:spLocks noGrp="1"/>
          </p:cNvSpPr>
          <p:nvPr>
            <p:ph type="title"/>
          </p:nvPr>
        </p:nvSpPr>
        <p:spPr>
          <a:xfrm>
            <a:off x="380168" y="161944"/>
            <a:ext cx="11431664" cy="754068"/>
          </a:xfrm>
        </p:spPr>
        <p:txBody>
          <a:bodyPr/>
          <a:lstStyle>
            <a:lvl1pPr>
              <a:defRPr/>
            </a:lvl1pPr>
          </a:lstStyle>
          <a:p>
            <a:r>
              <a:rPr lang="nb-NO" noProof="0"/>
              <a:t>Klikk for å redigere tittelstil</a:t>
            </a:r>
            <a:endParaRPr lang="nb-NO" noProof="0" dirty="0"/>
          </a:p>
        </p:txBody>
      </p:sp>
      <p:sp>
        <p:nvSpPr>
          <p:cNvPr id="37" name="Picture Placeholder 4">
            <a:extLst>
              <a:ext uri="{FF2B5EF4-FFF2-40B4-BE49-F238E27FC236}">
                <a16:creationId xmlns:a16="http://schemas.microsoft.com/office/drawing/2014/main" id="{8DB62B9B-DA6F-4B28-8109-CB17B37FC575}"/>
              </a:ext>
            </a:extLst>
          </p:cNvPr>
          <p:cNvSpPr>
            <a:spLocks noGrp="1"/>
          </p:cNvSpPr>
          <p:nvPr>
            <p:ph type="pic" sz="quarter" idx="30"/>
          </p:nvPr>
        </p:nvSpPr>
        <p:spPr>
          <a:xfrm>
            <a:off x="380168" y="1002716"/>
            <a:ext cx="3558980" cy="1523583"/>
          </a:xfrm>
          <a:noFill/>
        </p:spPr>
        <p:txBody>
          <a:bodyPr/>
          <a:lstStyle>
            <a:lvl1pPr>
              <a:buNone/>
              <a:defRPr/>
            </a:lvl1pPr>
          </a:lstStyle>
          <a:p>
            <a:r>
              <a:rPr lang="nb-NO"/>
              <a:t>Klikk på ikonet for å legge til et bilde</a:t>
            </a:r>
            <a:endParaRPr lang="en-US" dirty="0"/>
          </a:p>
        </p:txBody>
      </p:sp>
      <p:sp>
        <p:nvSpPr>
          <p:cNvPr id="35" name="Text Placeholder 21">
            <a:extLst>
              <a:ext uri="{FF2B5EF4-FFF2-40B4-BE49-F238E27FC236}">
                <a16:creationId xmlns:a16="http://schemas.microsoft.com/office/drawing/2014/main" id="{D77A5E11-842C-4FB6-815C-DFB3ABB62700}"/>
              </a:ext>
            </a:extLst>
          </p:cNvPr>
          <p:cNvSpPr>
            <a:spLocks noGrp="1"/>
          </p:cNvSpPr>
          <p:nvPr>
            <p:ph type="body" sz="quarter" idx="28"/>
          </p:nvPr>
        </p:nvSpPr>
        <p:spPr>
          <a:xfrm>
            <a:off x="381050" y="2604949"/>
            <a:ext cx="3558098" cy="494749"/>
          </a:xfrm>
        </p:spPr>
        <p:txBody>
          <a:bodyPr anchor="t"/>
          <a:lstStyle>
            <a:lvl1pPr>
              <a:buNone/>
              <a:defRPr lang="en-US" sz="1800" kern="1200" dirty="0">
                <a:solidFill>
                  <a:schemeClr val="tx1"/>
                </a:solidFill>
                <a:latin typeface="+mn-lt"/>
                <a:ea typeface="+mn-ea"/>
                <a:cs typeface="+mn-cs"/>
              </a:defRPr>
            </a:lvl1pPr>
          </a:lstStyle>
          <a:p>
            <a:pPr lvl="0"/>
            <a:r>
              <a:rPr lang="nb-NO"/>
              <a:t>Klikk for å redigere tekststiler i malen</a:t>
            </a:r>
          </a:p>
        </p:txBody>
      </p:sp>
      <p:sp>
        <p:nvSpPr>
          <p:cNvPr id="36" name="Content Placeholder 3">
            <a:extLst>
              <a:ext uri="{FF2B5EF4-FFF2-40B4-BE49-F238E27FC236}">
                <a16:creationId xmlns:a16="http://schemas.microsoft.com/office/drawing/2014/main" id="{608D3BA1-A495-4A81-AEDF-108083B425F7}"/>
              </a:ext>
            </a:extLst>
          </p:cNvPr>
          <p:cNvSpPr>
            <a:spLocks noGrp="1"/>
          </p:cNvSpPr>
          <p:nvPr>
            <p:ph sz="half" idx="29"/>
          </p:nvPr>
        </p:nvSpPr>
        <p:spPr>
          <a:xfrm>
            <a:off x="380168" y="3302287"/>
            <a:ext cx="3612984" cy="2366672"/>
          </a:xfrm>
        </p:spPr>
        <p:txBody>
          <a:bodyPr/>
          <a:lstStyle>
            <a:lvl1pPr>
              <a:defRPr sz="2400"/>
            </a:lvl1pPr>
            <a:lvl2pPr>
              <a:defRPr sz="2400"/>
            </a:lvl2pPr>
            <a:lvl3pPr>
              <a:defRPr sz="2400"/>
            </a:lvl3pPr>
            <a:lvl4pPr>
              <a:defRPr sz="2400"/>
            </a:lvl4pPr>
            <a:lvl5pPr>
              <a:defRPr sz="2400"/>
            </a:lvl5pPr>
          </a:lstStyle>
          <a:p>
            <a:pPr lvl="0"/>
            <a:r>
              <a:rPr lang="nb-NO" noProof="0"/>
              <a:t>Klikk for å redigere tekststiler i malen</a:t>
            </a:r>
          </a:p>
          <a:p>
            <a:pPr lvl="1"/>
            <a:r>
              <a:rPr lang="nb-NO" noProof="0"/>
              <a:t>Andre nivå</a:t>
            </a:r>
          </a:p>
          <a:p>
            <a:pPr lvl="2"/>
            <a:r>
              <a:rPr lang="nb-NO" noProof="0"/>
              <a:t>Tredje nivå</a:t>
            </a:r>
          </a:p>
          <a:p>
            <a:pPr lvl="3"/>
            <a:r>
              <a:rPr lang="nb-NO" noProof="0"/>
              <a:t>Fjerde nivå</a:t>
            </a:r>
          </a:p>
          <a:p>
            <a:pPr lvl="4"/>
            <a:r>
              <a:rPr lang="nb-NO" noProof="0"/>
              <a:t>Femte nivå</a:t>
            </a:r>
            <a:endParaRPr lang="nb-NO" noProof="0" dirty="0"/>
          </a:p>
        </p:txBody>
      </p:sp>
      <p:sp>
        <p:nvSpPr>
          <p:cNvPr id="34" name="Picture Placeholder 4">
            <a:extLst>
              <a:ext uri="{FF2B5EF4-FFF2-40B4-BE49-F238E27FC236}">
                <a16:creationId xmlns:a16="http://schemas.microsoft.com/office/drawing/2014/main" id="{8DBA5C73-7C13-4B90-AB3C-33800055D04C}"/>
              </a:ext>
            </a:extLst>
          </p:cNvPr>
          <p:cNvSpPr>
            <a:spLocks noGrp="1"/>
          </p:cNvSpPr>
          <p:nvPr>
            <p:ph type="pic" sz="quarter" idx="27"/>
          </p:nvPr>
        </p:nvSpPr>
        <p:spPr>
          <a:xfrm>
            <a:off x="4319317" y="1002716"/>
            <a:ext cx="3556173" cy="1523583"/>
          </a:xfrm>
          <a:noFill/>
        </p:spPr>
        <p:txBody>
          <a:bodyPr/>
          <a:lstStyle>
            <a:lvl1pPr>
              <a:buNone/>
              <a:defRPr/>
            </a:lvl1pPr>
          </a:lstStyle>
          <a:p>
            <a:r>
              <a:rPr lang="nb-NO"/>
              <a:t>Klikk på ikonet for å legge til et bilde</a:t>
            </a:r>
            <a:endParaRPr lang="en-US" dirty="0"/>
          </a:p>
        </p:txBody>
      </p:sp>
      <p:sp>
        <p:nvSpPr>
          <p:cNvPr id="32" name="Text Placeholder 21">
            <a:extLst>
              <a:ext uri="{FF2B5EF4-FFF2-40B4-BE49-F238E27FC236}">
                <a16:creationId xmlns:a16="http://schemas.microsoft.com/office/drawing/2014/main" id="{A5F10688-3BD3-4100-93E4-DF84C9CFDBE2}"/>
              </a:ext>
            </a:extLst>
          </p:cNvPr>
          <p:cNvSpPr>
            <a:spLocks noGrp="1"/>
          </p:cNvSpPr>
          <p:nvPr>
            <p:ph type="body" sz="quarter" idx="25"/>
          </p:nvPr>
        </p:nvSpPr>
        <p:spPr>
          <a:xfrm>
            <a:off x="4322127" y="2604949"/>
            <a:ext cx="3553363" cy="494749"/>
          </a:xfrm>
        </p:spPr>
        <p:txBody>
          <a:bodyPr anchor="t"/>
          <a:lstStyle>
            <a:lvl1pPr>
              <a:buNone/>
              <a:defRPr lang="en-US" sz="1800" kern="1200" dirty="0">
                <a:solidFill>
                  <a:schemeClr val="tx1"/>
                </a:solidFill>
                <a:latin typeface="+mn-lt"/>
                <a:ea typeface="+mn-ea"/>
                <a:cs typeface="+mn-cs"/>
              </a:defRPr>
            </a:lvl1pPr>
          </a:lstStyle>
          <a:p>
            <a:pPr lvl="0"/>
            <a:r>
              <a:rPr lang="nb-NO"/>
              <a:t>Klikk for å redigere tekststiler i malen</a:t>
            </a:r>
          </a:p>
        </p:txBody>
      </p:sp>
      <p:sp>
        <p:nvSpPr>
          <p:cNvPr id="33" name="Content Placeholder 3">
            <a:extLst>
              <a:ext uri="{FF2B5EF4-FFF2-40B4-BE49-F238E27FC236}">
                <a16:creationId xmlns:a16="http://schemas.microsoft.com/office/drawing/2014/main" id="{3F640CBC-9652-48BE-BF08-FD238D950C8A}"/>
              </a:ext>
            </a:extLst>
          </p:cNvPr>
          <p:cNvSpPr>
            <a:spLocks noGrp="1"/>
          </p:cNvSpPr>
          <p:nvPr>
            <p:ph sz="half" idx="26"/>
          </p:nvPr>
        </p:nvSpPr>
        <p:spPr>
          <a:xfrm>
            <a:off x="4316509" y="3302287"/>
            <a:ext cx="3612984" cy="2366672"/>
          </a:xfrm>
        </p:spPr>
        <p:txBody>
          <a:bodyPr/>
          <a:lstStyle>
            <a:lvl1pPr>
              <a:defRPr sz="2400"/>
            </a:lvl1pPr>
            <a:lvl2pPr>
              <a:defRPr sz="2400"/>
            </a:lvl2pPr>
            <a:lvl3pPr>
              <a:defRPr sz="2400"/>
            </a:lvl3pPr>
            <a:lvl4pPr>
              <a:defRPr sz="2400"/>
            </a:lvl4pPr>
            <a:lvl5pPr>
              <a:defRPr sz="2400"/>
            </a:lvl5pPr>
          </a:lstStyle>
          <a:p>
            <a:pPr lvl="0"/>
            <a:r>
              <a:rPr lang="nb-NO" noProof="0"/>
              <a:t>Klikk for å redigere tekststiler i malen</a:t>
            </a:r>
          </a:p>
          <a:p>
            <a:pPr lvl="1"/>
            <a:r>
              <a:rPr lang="nb-NO" noProof="0"/>
              <a:t>Andre nivå</a:t>
            </a:r>
          </a:p>
          <a:p>
            <a:pPr lvl="2"/>
            <a:r>
              <a:rPr lang="nb-NO" noProof="0"/>
              <a:t>Tredje nivå</a:t>
            </a:r>
          </a:p>
          <a:p>
            <a:pPr lvl="3"/>
            <a:r>
              <a:rPr lang="nb-NO" noProof="0"/>
              <a:t>Fjerde nivå</a:t>
            </a:r>
          </a:p>
          <a:p>
            <a:pPr lvl="4"/>
            <a:r>
              <a:rPr lang="nb-NO" noProof="0"/>
              <a:t>Femte nivå</a:t>
            </a:r>
            <a:endParaRPr lang="nb-NO" noProof="0" dirty="0"/>
          </a:p>
        </p:txBody>
      </p:sp>
      <p:sp>
        <p:nvSpPr>
          <p:cNvPr id="24" name="Picture Placeholder 4">
            <a:extLst>
              <a:ext uri="{FF2B5EF4-FFF2-40B4-BE49-F238E27FC236}">
                <a16:creationId xmlns:a16="http://schemas.microsoft.com/office/drawing/2014/main" id="{A93925D5-5699-4BE0-AEE8-00634046ACBA}"/>
              </a:ext>
            </a:extLst>
          </p:cNvPr>
          <p:cNvSpPr>
            <a:spLocks noGrp="1"/>
          </p:cNvSpPr>
          <p:nvPr>
            <p:ph type="pic" sz="quarter" idx="24"/>
          </p:nvPr>
        </p:nvSpPr>
        <p:spPr>
          <a:xfrm>
            <a:off x="8255658" y="1002716"/>
            <a:ext cx="3556173" cy="1523583"/>
          </a:xfrm>
          <a:noFill/>
        </p:spPr>
        <p:txBody>
          <a:bodyPr/>
          <a:lstStyle>
            <a:lvl1pPr>
              <a:buNone/>
              <a:defRPr/>
            </a:lvl1pPr>
          </a:lstStyle>
          <a:p>
            <a:r>
              <a:rPr lang="nb-NO"/>
              <a:t>Klikk på ikonet for å legge til et bilde</a:t>
            </a:r>
            <a:endParaRPr lang="en-US" dirty="0"/>
          </a:p>
        </p:txBody>
      </p:sp>
      <p:sp>
        <p:nvSpPr>
          <p:cNvPr id="23" name="Text Placeholder 21">
            <a:extLst>
              <a:ext uri="{FF2B5EF4-FFF2-40B4-BE49-F238E27FC236}">
                <a16:creationId xmlns:a16="http://schemas.microsoft.com/office/drawing/2014/main" id="{7F0F2B16-0190-4211-A226-C7673C0595F2}"/>
              </a:ext>
            </a:extLst>
          </p:cNvPr>
          <p:cNvSpPr>
            <a:spLocks noGrp="1"/>
          </p:cNvSpPr>
          <p:nvPr>
            <p:ph type="body" sz="quarter" idx="18"/>
          </p:nvPr>
        </p:nvSpPr>
        <p:spPr>
          <a:xfrm>
            <a:off x="8258468" y="2604949"/>
            <a:ext cx="3553363" cy="494749"/>
          </a:xfrm>
        </p:spPr>
        <p:txBody>
          <a:bodyPr anchor="t"/>
          <a:lstStyle>
            <a:lvl1pPr>
              <a:buNone/>
              <a:defRPr lang="en-US" sz="1800" kern="1200" dirty="0">
                <a:solidFill>
                  <a:schemeClr val="tx1"/>
                </a:solidFill>
                <a:latin typeface="+mn-lt"/>
                <a:ea typeface="+mn-ea"/>
                <a:cs typeface="+mn-cs"/>
              </a:defRPr>
            </a:lvl1pPr>
          </a:lstStyle>
          <a:p>
            <a:pPr lvl="0"/>
            <a:r>
              <a:rPr lang="nb-NO"/>
              <a:t>Klikk for å redigere tekststiler i malen</a:t>
            </a:r>
          </a:p>
        </p:txBody>
      </p:sp>
      <p:sp>
        <p:nvSpPr>
          <p:cNvPr id="17" name="Content Placeholder 3">
            <a:extLst>
              <a:ext uri="{FF2B5EF4-FFF2-40B4-BE49-F238E27FC236}">
                <a16:creationId xmlns:a16="http://schemas.microsoft.com/office/drawing/2014/main" id="{586DB7C2-F2F4-4198-835C-1F0811212739}"/>
              </a:ext>
            </a:extLst>
          </p:cNvPr>
          <p:cNvSpPr>
            <a:spLocks noGrp="1"/>
          </p:cNvSpPr>
          <p:nvPr>
            <p:ph sz="half" idx="21"/>
          </p:nvPr>
        </p:nvSpPr>
        <p:spPr>
          <a:xfrm>
            <a:off x="8252851" y="3302287"/>
            <a:ext cx="3612984" cy="2366672"/>
          </a:xfrm>
        </p:spPr>
        <p:txBody>
          <a:bodyPr/>
          <a:lstStyle>
            <a:lvl1pPr>
              <a:defRPr sz="2400"/>
            </a:lvl1pPr>
            <a:lvl2pPr>
              <a:defRPr sz="2400"/>
            </a:lvl2pPr>
            <a:lvl3pPr>
              <a:defRPr sz="2400"/>
            </a:lvl3pPr>
            <a:lvl4pPr>
              <a:defRPr sz="2400"/>
            </a:lvl4pPr>
            <a:lvl5pPr>
              <a:defRPr sz="2400"/>
            </a:lvl5pPr>
          </a:lstStyle>
          <a:p>
            <a:pPr lvl="0"/>
            <a:r>
              <a:rPr lang="nb-NO" noProof="0"/>
              <a:t>Klikk for å redigere tekststiler i malen</a:t>
            </a:r>
          </a:p>
          <a:p>
            <a:pPr lvl="1"/>
            <a:r>
              <a:rPr lang="nb-NO" noProof="0"/>
              <a:t>Andre nivå</a:t>
            </a:r>
          </a:p>
          <a:p>
            <a:pPr lvl="2"/>
            <a:r>
              <a:rPr lang="nb-NO" noProof="0"/>
              <a:t>Tredje nivå</a:t>
            </a:r>
          </a:p>
          <a:p>
            <a:pPr lvl="3"/>
            <a:r>
              <a:rPr lang="nb-NO" noProof="0"/>
              <a:t>Fjerde nivå</a:t>
            </a:r>
          </a:p>
          <a:p>
            <a:pPr lvl="4"/>
            <a:r>
              <a:rPr lang="nb-NO" noProof="0"/>
              <a:t>Femte nivå</a:t>
            </a:r>
            <a:endParaRPr lang="nb-NO" noProof="0" dirty="0"/>
          </a:p>
        </p:txBody>
      </p:sp>
      <p:sp>
        <p:nvSpPr>
          <p:cNvPr id="16" name="Footer Placeholder 4">
            <a:extLst>
              <a:ext uri="{FF2B5EF4-FFF2-40B4-BE49-F238E27FC236}">
                <a16:creationId xmlns:a16="http://schemas.microsoft.com/office/drawing/2014/main" id="{536D8A58-B677-4BBF-8564-3532CB713FA1}"/>
              </a:ext>
            </a:extLst>
          </p:cNvPr>
          <p:cNvSpPr>
            <a:spLocks noGrp="1"/>
          </p:cNvSpPr>
          <p:nvPr>
            <p:ph type="ftr" sz="quarter" idx="3"/>
          </p:nvPr>
        </p:nvSpPr>
        <p:spPr>
          <a:xfrm>
            <a:off x="1837732" y="6243181"/>
            <a:ext cx="1501215" cy="259232"/>
          </a:xfrm>
          <a:prstGeom prst="rect">
            <a:avLst/>
          </a:prstGeom>
        </p:spPr>
        <p:txBody>
          <a:bodyPr lIns="0" tIns="0" rIns="0" bIns="0" anchor="b"/>
          <a:lstStyle>
            <a:lvl1pPr algn="l">
              <a:defRPr sz="800">
                <a:solidFill>
                  <a:schemeClr val="tx1"/>
                </a:solidFill>
              </a:defRPr>
            </a:lvl1pPr>
          </a:lstStyle>
          <a:p>
            <a:endParaRPr lang="nb-NO" dirty="0"/>
          </a:p>
        </p:txBody>
      </p:sp>
      <p:sp>
        <p:nvSpPr>
          <p:cNvPr id="15" name="Slide Number Placeholder 14">
            <a:extLst>
              <a:ext uri="{FF2B5EF4-FFF2-40B4-BE49-F238E27FC236}">
                <a16:creationId xmlns:a16="http://schemas.microsoft.com/office/drawing/2014/main" id="{BFFAB941-BECC-4FD4-9EA0-749780C19CA9}"/>
              </a:ext>
            </a:extLst>
          </p:cNvPr>
          <p:cNvSpPr>
            <a:spLocks noGrp="1"/>
          </p:cNvSpPr>
          <p:nvPr>
            <p:ph type="sldNum" sz="quarter" idx="12"/>
          </p:nvPr>
        </p:nvSpPr>
        <p:spPr/>
        <p:txBody>
          <a:bodyPr/>
          <a:lstStyle/>
          <a:p>
            <a:r>
              <a:rPr lang="en-US"/>
              <a:t>Side </a:t>
            </a:r>
            <a:fld id="{5251F420-7306-4E7C-A79E-F31A38F7D392}" type="slidenum">
              <a:rPr lang="en-US" smtClean="0"/>
              <a:pPr/>
              <a:t>‹#›</a:t>
            </a:fld>
            <a:endParaRPr lang="en-US" dirty="0"/>
          </a:p>
        </p:txBody>
      </p:sp>
    </p:spTree>
    <p:extLst>
      <p:ext uri="{BB962C8B-B14F-4D97-AF65-F5344CB8AC3E}">
        <p14:creationId xmlns:p14="http://schemas.microsoft.com/office/powerpoint/2010/main" val="28184599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ire tekstbokser">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56C04064-582F-4194-A0D4-8D33390FD5CC}"/>
              </a:ext>
            </a:extLst>
          </p:cNvPr>
          <p:cNvSpPr>
            <a:spLocks noGrp="1"/>
          </p:cNvSpPr>
          <p:nvPr>
            <p:ph type="title"/>
          </p:nvPr>
        </p:nvSpPr>
        <p:spPr>
          <a:xfrm>
            <a:off x="380168" y="161944"/>
            <a:ext cx="11431664" cy="754068"/>
          </a:xfrm>
        </p:spPr>
        <p:txBody>
          <a:bodyPr/>
          <a:lstStyle>
            <a:lvl1pPr>
              <a:defRPr/>
            </a:lvl1pPr>
          </a:lstStyle>
          <a:p>
            <a:r>
              <a:rPr lang="nb-NO" noProof="0"/>
              <a:t>Klikk for å redigere tittelstil</a:t>
            </a:r>
            <a:endParaRPr lang="nb-NO" noProof="0" dirty="0"/>
          </a:p>
        </p:txBody>
      </p:sp>
      <p:sp>
        <p:nvSpPr>
          <p:cNvPr id="47" name="Subtitle 2">
            <a:extLst>
              <a:ext uri="{FF2B5EF4-FFF2-40B4-BE49-F238E27FC236}">
                <a16:creationId xmlns:a16="http://schemas.microsoft.com/office/drawing/2014/main" id="{A3A431AF-BD4A-47F9-9ACD-109F83F14269}"/>
              </a:ext>
            </a:extLst>
          </p:cNvPr>
          <p:cNvSpPr>
            <a:spLocks noGrp="1"/>
          </p:cNvSpPr>
          <p:nvPr>
            <p:ph type="subTitle" idx="13"/>
          </p:nvPr>
        </p:nvSpPr>
        <p:spPr>
          <a:xfrm>
            <a:off x="380168" y="1003335"/>
            <a:ext cx="11431664" cy="494749"/>
          </a:xfrm>
        </p:spPr>
        <p:txBody>
          <a:bodyPr anchor="t"/>
          <a:lstStyle>
            <a:lvl1pPr marL="0" indent="0" algn="l">
              <a:buNone/>
              <a:defRPr sz="1800"/>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b-NO"/>
              <a:t>Klikk for å redigere undertittelstil i malen</a:t>
            </a:r>
            <a:endParaRPr lang="en-US" dirty="0"/>
          </a:p>
        </p:txBody>
      </p:sp>
      <p:sp>
        <p:nvSpPr>
          <p:cNvPr id="46" name="Text Placeholder 21">
            <a:extLst>
              <a:ext uri="{FF2B5EF4-FFF2-40B4-BE49-F238E27FC236}">
                <a16:creationId xmlns:a16="http://schemas.microsoft.com/office/drawing/2014/main" id="{B72D2E40-18A8-4D11-A79B-F130A143E05C}"/>
              </a:ext>
            </a:extLst>
          </p:cNvPr>
          <p:cNvSpPr>
            <a:spLocks noGrp="1"/>
          </p:cNvSpPr>
          <p:nvPr>
            <p:ph type="body" sz="quarter" idx="30"/>
          </p:nvPr>
        </p:nvSpPr>
        <p:spPr>
          <a:xfrm>
            <a:off x="380168" y="1570739"/>
            <a:ext cx="2703713" cy="494749"/>
          </a:xfrm>
        </p:spPr>
        <p:txBody>
          <a:bodyPr anchor="ctr"/>
          <a:lstStyle>
            <a:lvl1pPr>
              <a:buNone/>
              <a:defRPr lang="en-US" sz="1500" kern="1200" dirty="0">
                <a:solidFill>
                  <a:schemeClr val="tx1"/>
                </a:solidFill>
                <a:latin typeface="+mn-lt"/>
                <a:ea typeface="+mn-ea"/>
                <a:cs typeface="+mn-cs"/>
              </a:defRPr>
            </a:lvl1pPr>
          </a:lstStyle>
          <a:p>
            <a:pPr lvl="0"/>
            <a:r>
              <a:rPr lang="nb-NO"/>
              <a:t>Klikk for å redigere tekststiler i malen</a:t>
            </a:r>
          </a:p>
        </p:txBody>
      </p:sp>
      <p:sp>
        <p:nvSpPr>
          <p:cNvPr id="45" name="Content Placeholder 3">
            <a:extLst>
              <a:ext uri="{FF2B5EF4-FFF2-40B4-BE49-F238E27FC236}">
                <a16:creationId xmlns:a16="http://schemas.microsoft.com/office/drawing/2014/main" id="{FBF46E5C-C7CD-4024-B778-D17BB07C10CB}"/>
              </a:ext>
            </a:extLst>
          </p:cNvPr>
          <p:cNvSpPr>
            <a:spLocks noGrp="1"/>
          </p:cNvSpPr>
          <p:nvPr>
            <p:ph sz="half" idx="29"/>
          </p:nvPr>
        </p:nvSpPr>
        <p:spPr>
          <a:xfrm>
            <a:off x="380168" y="2307944"/>
            <a:ext cx="2703713" cy="3361014"/>
          </a:xfrm>
        </p:spPr>
        <p:txBody>
          <a:bodyPr/>
          <a:lstStyle>
            <a:lvl1pPr>
              <a:defRPr sz="1200"/>
            </a:lvl1pPr>
            <a:lvl2pPr>
              <a:defRPr sz="1200"/>
            </a:lvl2pPr>
            <a:lvl3pPr>
              <a:defRPr sz="1200"/>
            </a:lvl3pPr>
            <a:lvl4pPr>
              <a:defRPr sz="1200"/>
            </a:lvl4pPr>
            <a:lvl5pPr>
              <a:defRPr sz="1200"/>
            </a:lvl5pPr>
          </a:lstStyle>
          <a:p>
            <a:pPr lvl="0"/>
            <a:r>
              <a:rPr lang="nb-NO" noProof="0"/>
              <a:t>Klikk for å redigere tekststiler i malen</a:t>
            </a:r>
          </a:p>
          <a:p>
            <a:pPr lvl="1"/>
            <a:r>
              <a:rPr lang="nb-NO" noProof="0"/>
              <a:t>Andre nivå</a:t>
            </a:r>
          </a:p>
          <a:p>
            <a:pPr lvl="2"/>
            <a:r>
              <a:rPr lang="nb-NO" noProof="0"/>
              <a:t>Tredje nivå</a:t>
            </a:r>
          </a:p>
          <a:p>
            <a:pPr lvl="3"/>
            <a:r>
              <a:rPr lang="nb-NO" noProof="0"/>
              <a:t>Fjerde nivå</a:t>
            </a:r>
          </a:p>
          <a:p>
            <a:pPr lvl="4"/>
            <a:r>
              <a:rPr lang="nb-NO" noProof="0"/>
              <a:t>Femte nivå</a:t>
            </a:r>
            <a:endParaRPr lang="nb-NO" noProof="0" dirty="0"/>
          </a:p>
        </p:txBody>
      </p:sp>
      <p:sp>
        <p:nvSpPr>
          <p:cNvPr id="44" name="Text Placeholder 21">
            <a:extLst>
              <a:ext uri="{FF2B5EF4-FFF2-40B4-BE49-F238E27FC236}">
                <a16:creationId xmlns:a16="http://schemas.microsoft.com/office/drawing/2014/main" id="{3E2AF5D0-334B-4117-BADC-AC9D08C21C55}"/>
              </a:ext>
            </a:extLst>
          </p:cNvPr>
          <p:cNvSpPr>
            <a:spLocks noGrp="1"/>
          </p:cNvSpPr>
          <p:nvPr>
            <p:ph type="body" sz="quarter" idx="28"/>
          </p:nvPr>
        </p:nvSpPr>
        <p:spPr>
          <a:xfrm>
            <a:off x="3303806" y="1570739"/>
            <a:ext cx="2703713" cy="494749"/>
          </a:xfrm>
        </p:spPr>
        <p:txBody>
          <a:bodyPr anchor="ctr"/>
          <a:lstStyle>
            <a:lvl1pPr>
              <a:buNone/>
              <a:defRPr lang="en-US" sz="1500" kern="1200" dirty="0">
                <a:solidFill>
                  <a:schemeClr val="tx1"/>
                </a:solidFill>
                <a:latin typeface="+mn-lt"/>
                <a:ea typeface="+mn-ea"/>
                <a:cs typeface="+mn-cs"/>
              </a:defRPr>
            </a:lvl1pPr>
          </a:lstStyle>
          <a:p>
            <a:pPr lvl="0"/>
            <a:r>
              <a:rPr lang="nb-NO"/>
              <a:t>Klikk for å redigere tekststiler i malen</a:t>
            </a:r>
          </a:p>
        </p:txBody>
      </p:sp>
      <p:sp>
        <p:nvSpPr>
          <p:cNvPr id="43" name="Content Placeholder 3">
            <a:extLst>
              <a:ext uri="{FF2B5EF4-FFF2-40B4-BE49-F238E27FC236}">
                <a16:creationId xmlns:a16="http://schemas.microsoft.com/office/drawing/2014/main" id="{542EDCC5-87FC-4341-AA76-9AE955848C54}"/>
              </a:ext>
            </a:extLst>
          </p:cNvPr>
          <p:cNvSpPr>
            <a:spLocks noGrp="1"/>
          </p:cNvSpPr>
          <p:nvPr>
            <p:ph sz="half" idx="27"/>
          </p:nvPr>
        </p:nvSpPr>
        <p:spPr>
          <a:xfrm>
            <a:off x="3303806" y="2307943"/>
            <a:ext cx="2703713" cy="3361015"/>
          </a:xfrm>
        </p:spPr>
        <p:txBody>
          <a:bodyPr/>
          <a:lstStyle>
            <a:lvl1pPr>
              <a:defRPr sz="1200"/>
            </a:lvl1pPr>
            <a:lvl2pPr>
              <a:defRPr sz="1200"/>
            </a:lvl2pPr>
            <a:lvl3pPr>
              <a:defRPr sz="1200"/>
            </a:lvl3pPr>
            <a:lvl4pPr>
              <a:defRPr sz="1200"/>
            </a:lvl4pPr>
            <a:lvl5pPr>
              <a:defRPr sz="1200"/>
            </a:lvl5pPr>
          </a:lstStyle>
          <a:p>
            <a:pPr lvl="0"/>
            <a:r>
              <a:rPr lang="nb-NO" noProof="0"/>
              <a:t>Klikk for å redigere tekststiler i malen</a:t>
            </a:r>
          </a:p>
          <a:p>
            <a:pPr lvl="1"/>
            <a:r>
              <a:rPr lang="nb-NO" noProof="0"/>
              <a:t>Andre nivå</a:t>
            </a:r>
          </a:p>
          <a:p>
            <a:pPr lvl="2"/>
            <a:r>
              <a:rPr lang="nb-NO" noProof="0"/>
              <a:t>Tredje nivå</a:t>
            </a:r>
          </a:p>
          <a:p>
            <a:pPr lvl="3"/>
            <a:r>
              <a:rPr lang="nb-NO" noProof="0"/>
              <a:t>Fjerde nivå</a:t>
            </a:r>
          </a:p>
          <a:p>
            <a:pPr lvl="4"/>
            <a:r>
              <a:rPr lang="nb-NO" noProof="0"/>
              <a:t>Femte nivå</a:t>
            </a:r>
            <a:endParaRPr lang="nb-NO" noProof="0" dirty="0"/>
          </a:p>
        </p:txBody>
      </p:sp>
      <p:sp>
        <p:nvSpPr>
          <p:cNvPr id="42" name="Text Placeholder 21">
            <a:extLst>
              <a:ext uri="{FF2B5EF4-FFF2-40B4-BE49-F238E27FC236}">
                <a16:creationId xmlns:a16="http://schemas.microsoft.com/office/drawing/2014/main" id="{B6D298D6-0193-4F36-B987-5B03BFD64A79}"/>
              </a:ext>
            </a:extLst>
          </p:cNvPr>
          <p:cNvSpPr>
            <a:spLocks noGrp="1"/>
          </p:cNvSpPr>
          <p:nvPr>
            <p:ph type="body" sz="quarter" idx="26"/>
          </p:nvPr>
        </p:nvSpPr>
        <p:spPr>
          <a:xfrm>
            <a:off x="6205962" y="1570739"/>
            <a:ext cx="2703713" cy="494749"/>
          </a:xfrm>
        </p:spPr>
        <p:txBody>
          <a:bodyPr anchor="ctr"/>
          <a:lstStyle>
            <a:lvl1pPr>
              <a:buNone/>
              <a:defRPr lang="en-US" sz="1500" kern="1200" dirty="0">
                <a:solidFill>
                  <a:schemeClr val="tx1"/>
                </a:solidFill>
                <a:latin typeface="+mn-lt"/>
                <a:ea typeface="+mn-ea"/>
                <a:cs typeface="+mn-cs"/>
              </a:defRPr>
            </a:lvl1pPr>
          </a:lstStyle>
          <a:p>
            <a:pPr lvl="0"/>
            <a:r>
              <a:rPr lang="nb-NO"/>
              <a:t>Klikk for å redigere tekststiler i malen</a:t>
            </a:r>
          </a:p>
        </p:txBody>
      </p:sp>
      <p:sp>
        <p:nvSpPr>
          <p:cNvPr id="41" name="Content Placeholder 3">
            <a:extLst>
              <a:ext uri="{FF2B5EF4-FFF2-40B4-BE49-F238E27FC236}">
                <a16:creationId xmlns:a16="http://schemas.microsoft.com/office/drawing/2014/main" id="{E25FBBCD-FAB3-496C-9023-BEA9649A7EA4}"/>
              </a:ext>
            </a:extLst>
          </p:cNvPr>
          <p:cNvSpPr>
            <a:spLocks noGrp="1"/>
          </p:cNvSpPr>
          <p:nvPr>
            <p:ph sz="half" idx="25"/>
          </p:nvPr>
        </p:nvSpPr>
        <p:spPr>
          <a:xfrm>
            <a:off x="6205962" y="2307944"/>
            <a:ext cx="2703713" cy="3361014"/>
          </a:xfrm>
        </p:spPr>
        <p:txBody>
          <a:bodyPr/>
          <a:lstStyle>
            <a:lvl1pPr>
              <a:defRPr sz="1200"/>
            </a:lvl1pPr>
            <a:lvl2pPr>
              <a:defRPr sz="1200"/>
            </a:lvl2pPr>
            <a:lvl3pPr>
              <a:defRPr sz="1200"/>
            </a:lvl3pPr>
            <a:lvl4pPr>
              <a:defRPr sz="1200"/>
            </a:lvl4pPr>
            <a:lvl5pPr>
              <a:defRPr sz="1200"/>
            </a:lvl5pPr>
          </a:lstStyle>
          <a:p>
            <a:pPr lvl="0"/>
            <a:r>
              <a:rPr lang="nb-NO" noProof="0"/>
              <a:t>Klikk for å redigere tekststiler i malen</a:t>
            </a:r>
          </a:p>
          <a:p>
            <a:pPr lvl="1"/>
            <a:r>
              <a:rPr lang="nb-NO" noProof="0"/>
              <a:t>Andre nivå</a:t>
            </a:r>
          </a:p>
          <a:p>
            <a:pPr lvl="2"/>
            <a:r>
              <a:rPr lang="nb-NO" noProof="0"/>
              <a:t>Tredje nivå</a:t>
            </a:r>
          </a:p>
          <a:p>
            <a:pPr lvl="3"/>
            <a:r>
              <a:rPr lang="nb-NO" noProof="0"/>
              <a:t>Fjerde nivå</a:t>
            </a:r>
          </a:p>
          <a:p>
            <a:pPr lvl="4"/>
            <a:r>
              <a:rPr lang="nb-NO" noProof="0"/>
              <a:t>Femte nivå</a:t>
            </a:r>
            <a:endParaRPr lang="nb-NO" noProof="0" dirty="0"/>
          </a:p>
        </p:txBody>
      </p:sp>
      <p:sp>
        <p:nvSpPr>
          <p:cNvPr id="25" name="Text Placeholder 21">
            <a:extLst>
              <a:ext uri="{FF2B5EF4-FFF2-40B4-BE49-F238E27FC236}">
                <a16:creationId xmlns:a16="http://schemas.microsoft.com/office/drawing/2014/main" id="{84EBD52D-9372-4482-9683-865699B9658F}"/>
              </a:ext>
            </a:extLst>
          </p:cNvPr>
          <p:cNvSpPr>
            <a:spLocks noGrp="1"/>
          </p:cNvSpPr>
          <p:nvPr>
            <p:ph type="body" sz="quarter" idx="24"/>
          </p:nvPr>
        </p:nvSpPr>
        <p:spPr>
          <a:xfrm>
            <a:off x="9108118" y="1570739"/>
            <a:ext cx="2703713" cy="494749"/>
          </a:xfrm>
        </p:spPr>
        <p:txBody>
          <a:bodyPr anchor="ctr"/>
          <a:lstStyle>
            <a:lvl1pPr>
              <a:buNone/>
              <a:defRPr lang="en-US" sz="1500" kern="1200" dirty="0">
                <a:solidFill>
                  <a:schemeClr val="tx1"/>
                </a:solidFill>
                <a:latin typeface="+mn-lt"/>
                <a:ea typeface="+mn-ea"/>
                <a:cs typeface="+mn-cs"/>
              </a:defRPr>
            </a:lvl1pPr>
          </a:lstStyle>
          <a:p>
            <a:pPr lvl="0"/>
            <a:r>
              <a:rPr lang="nb-NO"/>
              <a:t>Klikk for å redigere tekststiler i malen</a:t>
            </a:r>
          </a:p>
        </p:txBody>
      </p:sp>
      <p:sp>
        <p:nvSpPr>
          <p:cNvPr id="17" name="Content Placeholder 3">
            <a:extLst>
              <a:ext uri="{FF2B5EF4-FFF2-40B4-BE49-F238E27FC236}">
                <a16:creationId xmlns:a16="http://schemas.microsoft.com/office/drawing/2014/main" id="{586DB7C2-F2F4-4198-835C-1F0811212739}"/>
              </a:ext>
            </a:extLst>
          </p:cNvPr>
          <p:cNvSpPr>
            <a:spLocks noGrp="1"/>
          </p:cNvSpPr>
          <p:nvPr>
            <p:ph sz="half" idx="21"/>
          </p:nvPr>
        </p:nvSpPr>
        <p:spPr>
          <a:xfrm>
            <a:off x="9108118" y="2307943"/>
            <a:ext cx="2703713" cy="3361013"/>
          </a:xfrm>
        </p:spPr>
        <p:txBody>
          <a:bodyPr/>
          <a:lstStyle>
            <a:lvl1pPr>
              <a:defRPr sz="1200"/>
            </a:lvl1pPr>
            <a:lvl2pPr>
              <a:defRPr sz="1200"/>
            </a:lvl2pPr>
            <a:lvl3pPr>
              <a:defRPr sz="1200"/>
            </a:lvl3pPr>
            <a:lvl4pPr>
              <a:defRPr sz="1200"/>
            </a:lvl4pPr>
            <a:lvl5pPr>
              <a:defRPr sz="1200"/>
            </a:lvl5pPr>
          </a:lstStyle>
          <a:p>
            <a:pPr lvl="0"/>
            <a:r>
              <a:rPr lang="nb-NO" noProof="0"/>
              <a:t>Klikk for å redigere tekststiler i malen</a:t>
            </a:r>
          </a:p>
          <a:p>
            <a:pPr lvl="1"/>
            <a:r>
              <a:rPr lang="nb-NO" noProof="0"/>
              <a:t>Andre nivå</a:t>
            </a:r>
          </a:p>
          <a:p>
            <a:pPr lvl="2"/>
            <a:r>
              <a:rPr lang="nb-NO" noProof="0"/>
              <a:t>Tredje nivå</a:t>
            </a:r>
          </a:p>
          <a:p>
            <a:pPr lvl="3"/>
            <a:r>
              <a:rPr lang="nb-NO" noProof="0"/>
              <a:t>Fjerde nivå</a:t>
            </a:r>
          </a:p>
          <a:p>
            <a:pPr lvl="4"/>
            <a:r>
              <a:rPr lang="nb-NO" noProof="0"/>
              <a:t>Femte nivå</a:t>
            </a:r>
            <a:endParaRPr lang="nb-NO" noProof="0" dirty="0"/>
          </a:p>
        </p:txBody>
      </p:sp>
      <p:sp>
        <p:nvSpPr>
          <p:cNvPr id="16" name="Footer Placeholder 4">
            <a:extLst>
              <a:ext uri="{FF2B5EF4-FFF2-40B4-BE49-F238E27FC236}">
                <a16:creationId xmlns:a16="http://schemas.microsoft.com/office/drawing/2014/main" id="{AE5EE307-16A7-4BB4-826C-FE03F2BC5A6B}"/>
              </a:ext>
            </a:extLst>
          </p:cNvPr>
          <p:cNvSpPr>
            <a:spLocks noGrp="1"/>
          </p:cNvSpPr>
          <p:nvPr>
            <p:ph type="ftr" sz="quarter" idx="3"/>
          </p:nvPr>
        </p:nvSpPr>
        <p:spPr>
          <a:xfrm>
            <a:off x="1837732" y="6243181"/>
            <a:ext cx="1501215" cy="259232"/>
          </a:xfrm>
          <a:prstGeom prst="rect">
            <a:avLst/>
          </a:prstGeom>
        </p:spPr>
        <p:txBody>
          <a:bodyPr lIns="0" tIns="0" rIns="0" bIns="0" anchor="b"/>
          <a:lstStyle>
            <a:lvl1pPr algn="l">
              <a:defRPr sz="800">
                <a:solidFill>
                  <a:schemeClr val="tx1"/>
                </a:solidFill>
              </a:defRPr>
            </a:lvl1pPr>
          </a:lstStyle>
          <a:p>
            <a:endParaRPr lang="nb-NO" dirty="0"/>
          </a:p>
        </p:txBody>
      </p:sp>
      <p:sp>
        <p:nvSpPr>
          <p:cNvPr id="15" name="Slide Number Placeholder 14">
            <a:extLst>
              <a:ext uri="{FF2B5EF4-FFF2-40B4-BE49-F238E27FC236}">
                <a16:creationId xmlns:a16="http://schemas.microsoft.com/office/drawing/2014/main" id="{BFFAB941-BECC-4FD4-9EA0-749780C19CA9}"/>
              </a:ext>
            </a:extLst>
          </p:cNvPr>
          <p:cNvSpPr>
            <a:spLocks noGrp="1"/>
          </p:cNvSpPr>
          <p:nvPr>
            <p:ph type="sldNum" sz="quarter" idx="12"/>
          </p:nvPr>
        </p:nvSpPr>
        <p:spPr/>
        <p:txBody>
          <a:bodyPr/>
          <a:lstStyle/>
          <a:p>
            <a:r>
              <a:rPr lang="en-US"/>
              <a:t>Side </a:t>
            </a:r>
            <a:fld id="{5251F420-7306-4E7C-A79E-F31A38F7D392}" type="slidenum">
              <a:rPr lang="en-US" smtClean="0"/>
              <a:pPr/>
              <a:t>‹#›</a:t>
            </a:fld>
            <a:endParaRPr lang="en-US" dirty="0"/>
          </a:p>
        </p:txBody>
      </p:sp>
    </p:spTree>
    <p:extLst>
      <p:ext uri="{BB962C8B-B14F-4D97-AF65-F5344CB8AC3E}">
        <p14:creationId xmlns:p14="http://schemas.microsoft.com/office/powerpoint/2010/main" val="15891108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ire bilder topp">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7F856006-F837-40CC-A206-116358E5158A}"/>
              </a:ext>
            </a:extLst>
          </p:cNvPr>
          <p:cNvSpPr>
            <a:spLocks noGrp="1"/>
          </p:cNvSpPr>
          <p:nvPr>
            <p:ph type="title"/>
          </p:nvPr>
        </p:nvSpPr>
        <p:spPr>
          <a:xfrm>
            <a:off x="380168" y="161944"/>
            <a:ext cx="11431664" cy="754068"/>
          </a:xfrm>
        </p:spPr>
        <p:txBody>
          <a:bodyPr/>
          <a:lstStyle>
            <a:lvl1pPr>
              <a:defRPr/>
            </a:lvl1pPr>
          </a:lstStyle>
          <a:p>
            <a:r>
              <a:rPr lang="nb-NO" noProof="0"/>
              <a:t>Klikk for å redigere tittelstil</a:t>
            </a:r>
            <a:endParaRPr lang="nb-NO" noProof="0" dirty="0"/>
          </a:p>
        </p:txBody>
      </p:sp>
      <p:sp>
        <p:nvSpPr>
          <p:cNvPr id="21" name="Picture Placeholder 4">
            <a:extLst>
              <a:ext uri="{FF2B5EF4-FFF2-40B4-BE49-F238E27FC236}">
                <a16:creationId xmlns:a16="http://schemas.microsoft.com/office/drawing/2014/main" id="{DC80BDF2-BFAE-4432-9B71-EC93BBDB2643}"/>
              </a:ext>
            </a:extLst>
          </p:cNvPr>
          <p:cNvSpPr>
            <a:spLocks noGrp="1"/>
          </p:cNvSpPr>
          <p:nvPr>
            <p:ph type="pic" sz="quarter" idx="23"/>
          </p:nvPr>
        </p:nvSpPr>
        <p:spPr>
          <a:xfrm>
            <a:off x="380167" y="1002716"/>
            <a:ext cx="2716859" cy="1523583"/>
          </a:xfrm>
          <a:noFill/>
        </p:spPr>
        <p:txBody>
          <a:bodyPr/>
          <a:lstStyle>
            <a:lvl1pPr>
              <a:buNone/>
              <a:defRPr/>
            </a:lvl1pPr>
          </a:lstStyle>
          <a:p>
            <a:r>
              <a:rPr lang="nb-NO"/>
              <a:t>Klikk på ikonet for å legge til et bilde</a:t>
            </a:r>
            <a:endParaRPr lang="en-US" dirty="0"/>
          </a:p>
        </p:txBody>
      </p:sp>
      <p:sp>
        <p:nvSpPr>
          <p:cNvPr id="16" name="Subtitle 2">
            <a:extLst>
              <a:ext uri="{FF2B5EF4-FFF2-40B4-BE49-F238E27FC236}">
                <a16:creationId xmlns:a16="http://schemas.microsoft.com/office/drawing/2014/main" id="{11FE7522-682F-43A2-922B-D0B51A4624B9}"/>
              </a:ext>
            </a:extLst>
          </p:cNvPr>
          <p:cNvSpPr>
            <a:spLocks noGrp="1"/>
          </p:cNvSpPr>
          <p:nvPr>
            <p:ph type="subTitle" idx="13"/>
          </p:nvPr>
        </p:nvSpPr>
        <p:spPr>
          <a:xfrm>
            <a:off x="380168" y="2604949"/>
            <a:ext cx="2716858" cy="494749"/>
          </a:xfrm>
        </p:spPr>
        <p:txBody>
          <a:bodyPr anchor="t"/>
          <a:lstStyle>
            <a:lvl1pPr marL="0" indent="0" algn="l">
              <a:buNone/>
              <a:defRPr sz="1500"/>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b-NO"/>
              <a:t>Klikk for å redigere undertittelstil i malen</a:t>
            </a:r>
            <a:endParaRPr lang="en-US" dirty="0"/>
          </a:p>
        </p:txBody>
      </p:sp>
      <p:sp>
        <p:nvSpPr>
          <p:cNvPr id="30" name="Content Placeholder 3">
            <a:extLst>
              <a:ext uri="{FF2B5EF4-FFF2-40B4-BE49-F238E27FC236}">
                <a16:creationId xmlns:a16="http://schemas.microsoft.com/office/drawing/2014/main" id="{480D74DD-4A50-49DD-9306-A23A22079643}"/>
              </a:ext>
            </a:extLst>
          </p:cNvPr>
          <p:cNvSpPr>
            <a:spLocks noGrp="1"/>
          </p:cNvSpPr>
          <p:nvPr>
            <p:ph sz="half" idx="30"/>
          </p:nvPr>
        </p:nvSpPr>
        <p:spPr>
          <a:xfrm>
            <a:off x="380167" y="3292760"/>
            <a:ext cx="2716858" cy="2376198"/>
          </a:xfrm>
        </p:spPr>
        <p:txBody>
          <a:bodyPr/>
          <a:lstStyle>
            <a:lvl1pPr>
              <a:defRPr sz="1200"/>
            </a:lvl1pPr>
            <a:lvl2pPr>
              <a:defRPr sz="1200"/>
            </a:lvl2pPr>
            <a:lvl3pPr>
              <a:defRPr sz="1200"/>
            </a:lvl3pPr>
            <a:lvl4pPr>
              <a:defRPr sz="1200"/>
            </a:lvl4pPr>
            <a:lvl5pPr>
              <a:defRPr sz="1200"/>
            </a:lvl5pPr>
          </a:lstStyle>
          <a:p>
            <a:pPr lvl="0"/>
            <a:r>
              <a:rPr lang="nb-NO" noProof="0"/>
              <a:t>Klikk for å redigere tekststiler i malen</a:t>
            </a:r>
          </a:p>
          <a:p>
            <a:pPr lvl="1"/>
            <a:r>
              <a:rPr lang="nb-NO" noProof="0"/>
              <a:t>Andre nivå</a:t>
            </a:r>
          </a:p>
          <a:p>
            <a:pPr lvl="2"/>
            <a:r>
              <a:rPr lang="nb-NO" noProof="0"/>
              <a:t>Tredje nivå</a:t>
            </a:r>
          </a:p>
          <a:p>
            <a:pPr lvl="3"/>
            <a:r>
              <a:rPr lang="nb-NO" noProof="0"/>
              <a:t>Fjerde nivå</a:t>
            </a:r>
          </a:p>
          <a:p>
            <a:pPr lvl="4"/>
            <a:r>
              <a:rPr lang="nb-NO" noProof="0"/>
              <a:t>Femte nivå</a:t>
            </a:r>
            <a:endParaRPr lang="nb-NO" noProof="0" dirty="0"/>
          </a:p>
        </p:txBody>
      </p:sp>
      <p:sp>
        <p:nvSpPr>
          <p:cNvPr id="5" name="Picture Placeholder 4">
            <a:extLst>
              <a:ext uri="{FF2B5EF4-FFF2-40B4-BE49-F238E27FC236}">
                <a16:creationId xmlns:a16="http://schemas.microsoft.com/office/drawing/2014/main" id="{E388075E-3AFC-4298-92EB-455858EE4D00}"/>
              </a:ext>
            </a:extLst>
          </p:cNvPr>
          <p:cNvSpPr>
            <a:spLocks noGrp="1"/>
          </p:cNvSpPr>
          <p:nvPr>
            <p:ph type="pic" sz="quarter" idx="22"/>
          </p:nvPr>
        </p:nvSpPr>
        <p:spPr>
          <a:xfrm>
            <a:off x="3286577" y="1002716"/>
            <a:ext cx="2716859" cy="1523583"/>
          </a:xfrm>
          <a:noFill/>
        </p:spPr>
        <p:txBody>
          <a:bodyPr/>
          <a:lstStyle>
            <a:lvl1pPr>
              <a:buNone/>
              <a:defRPr/>
            </a:lvl1pPr>
          </a:lstStyle>
          <a:p>
            <a:r>
              <a:rPr lang="nb-NO"/>
              <a:t>Klikk på ikonet for å legge til et bilde</a:t>
            </a:r>
            <a:endParaRPr lang="en-US" dirty="0"/>
          </a:p>
        </p:txBody>
      </p:sp>
      <p:sp>
        <p:nvSpPr>
          <p:cNvPr id="22" name="Text Placeholder 21">
            <a:extLst>
              <a:ext uri="{FF2B5EF4-FFF2-40B4-BE49-F238E27FC236}">
                <a16:creationId xmlns:a16="http://schemas.microsoft.com/office/drawing/2014/main" id="{C5EE1A38-0897-4573-99F1-2AAFFB9267F8}"/>
              </a:ext>
            </a:extLst>
          </p:cNvPr>
          <p:cNvSpPr>
            <a:spLocks noGrp="1"/>
          </p:cNvSpPr>
          <p:nvPr>
            <p:ph type="body" sz="quarter" idx="17"/>
          </p:nvPr>
        </p:nvSpPr>
        <p:spPr>
          <a:xfrm>
            <a:off x="3286578" y="2604949"/>
            <a:ext cx="2716858" cy="494749"/>
          </a:xfrm>
        </p:spPr>
        <p:txBody>
          <a:bodyPr anchor="t"/>
          <a:lstStyle>
            <a:lvl1pPr>
              <a:buNone/>
              <a:defRPr lang="en-US" sz="1500" kern="1200" dirty="0">
                <a:solidFill>
                  <a:schemeClr val="tx1"/>
                </a:solidFill>
                <a:latin typeface="+mn-lt"/>
                <a:ea typeface="+mn-ea"/>
                <a:cs typeface="+mn-cs"/>
              </a:defRPr>
            </a:lvl1pPr>
          </a:lstStyle>
          <a:p>
            <a:pPr lvl="0"/>
            <a:r>
              <a:rPr lang="nb-NO"/>
              <a:t>Klikk for å redigere tekststiler i malen</a:t>
            </a:r>
          </a:p>
        </p:txBody>
      </p:sp>
      <p:sp>
        <p:nvSpPr>
          <p:cNvPr id="29" name="Content Placeholder 3">
            <a:extLst>
              <a:ext uri="{FF2B5EF4-FFF2-40B4-BE49-F238E27FC236}">
                <a16:creationId xmlns:a16="http://schemas.microsoft.com/office/drawing/2014/main" id="{71E44F0B-F496-4E85-AC77-361685F3DAE7}"/>
              </a:ext>
            </a:extLst>
          </p:cNvPr>
          <p:cNvSpPr>
            <a:spLocks noGrp="1"/>
          </p:cNvSpPr>
          <p:nvPr>
            <p:ph sz="half" idx="29"/>
          </p:nvPr>
        </p:nvSpPr>
        <p:spPr>
          <a:xfrm>
            <a:off x="3286578" y="3292761"/>
            <a:ext cx="2716858" cy="2376198"/>
          </a:xfrm>
        </p:spPr>
        <p:txBody>
          <a:bodyPr/>
          <a:lstStyle>
            <a:lvl1pPr>
              <a:defRPr sz="1200"/>
            </a:lvl1pPr>
            <a:lvl2pPr>
              <a:defRPr sz="1200"/>
            </a:lvl2pPr>
            <a:lvl3pPr>
              <a:defRPr sz="1200"/>
            </a:lvl3pPr>
            <a:lvl4pPr>
              <a:defRPr sz="1200"/>
            </a:lvl4pPr>
            <a:lvl5pPr>
              <a:defRPr sz="1200"/>
            </a:lvl5pPr>
          </a:lstStyle>
          <a:p>
            <a:pPr lvl="0"/>
            <a:r>
              <a:rPr lang="nb-NO" noProof="0"/>
              <a:t>Klikk for å redigere tekststiler i malen</a:t>
            </a:r>
          </a:p>
          <a:p>
            <a:pPr lvl="1"/>
            <a:r>
              <a:rPr lang="nb-NO" noProof="0"/>
              <a:t>Andre nivå</a:t>
            </a:r>
          </a:p>
          <a:p>
            <a:pPr lvl="2"/>
            <a:r>
              <a:rPr lang="nb-NO" noProof="0"/>
              <a:t>Tredje nivå</a:t>
            </a:r>
          </a:p>
          <a:p>
            <a:pPr lvl="3"/>
            <a:r>
              <a:rPr lang="nb-NO" noProof="0"/>
              <a:t>Fjerde nivå</a:t>
            </a:r>
          </a:p>
          <a:p>
            <a:pPr lvl="4"/>
            <a:r>
              <a:rPr lang="nb-NO" noProof="0"/>
              <a:t>Femte nivå</a:t>
            </a:r>
            <a:endParaRPr lang="nb-NO" noProof="0" dirty="0"/>
          </a:p>
        </p:txBody>
      </p:sp>
      <p:sp>
        <p:nvSpPr>
          <p:cNvPr id="25" name="Picture Placeholder 4">
            <a:extLst>
              <a:ext uri="{FF2B5EF4-FFF2-40B4-BE49-F238E27FC236}">
                <a16:creationId xmlns:a16="http://schemas.microsoft.com/office/drawing/2014/main" id="{3D1BDEE6-8393-45A2-903D-6459074B303C}"/>
              </a:ext>
            </a:extLst>
          </p:cNvPr>
          <p:cNvSpPr>
            <a:spLocks noGrp="1"/>
          </p:cNvSpPr>
          <p:nvPr>
            <p:ph type="pic" sz="quarter" idx="25"/>
          </p:nvPr>
        </p:nvSpPr>
        <p:spPr>
          <a:xfrm>
            <a:off x="6192988" y="1002716"/>
            <a:ext cx="2716859" cy="1523583"/>
          </a:xfrm>
          <a:noFill/>
        </p:spPr>
        <p:txBody>
          <a:bodyPr/>
          <a:lstStyle>
            <a:lvl1pPr>
              <a:buNone/>
              <a:defRPr/>
            </a:lvl1pPr>
          </a:lstStyle>
          <a:p>
            <a:r>
              <a:rPr lang="nb-NO"/>
              <a:t>Klikk på ikonet for å legge til et bilde</a:t>
            </a:r>
            <a:endParaRPr lang="en-US" dirty="0"/>
          </a:p>
        </p:txBody>
      </p:sp>
      <p:sp>
        <p:nvSpPr>
          <p:cNvPr id="20" name="Text Placeholder 21">
            <a:extLst>
              <a:ext uri="{FF2B5EF4-FFF2-40B4-BE49-F238E27FC236}">
                <a16:creationId xmlns:a16="http://schemas.microsoft.com/office/drawing/2014/main" id="{2D7B525A-A39D-4409-889F-3E50319F94F3}"/>
              </a:ext>
            </a:extLst>
          </p:cNvPr>
          <p:cNvSpPr>
            <a:spLocks noGrp="1"/>
          </p:cNvSpPr>
          <p:nvPr>
            <p:ph type="body" sz="quarter" idx="24"/>
          </p:nvPr>
        </p:nvSpPr>
        <p:spPr>
          <a:xfrm>
            <a:off x="6192988" y="2604949"/>
            <a:ext cx="2716858" cy="494749"/>
          </a:xfrm>
        </p:spPr>
        <p:txBody>
          <a:bodyPr anchor="t"/>
          <a:lstStyle>
            <a:lvl1pPr>
              <a:buNone/>
              <a:defRPr lang="en-US" sz="1500" kern="1200" dirty="0">
                <a:solidFill>
                  <a:schemeClr val="tx1"/>
                </a:solidFill>
                <a:latin typeface="+mn-lt"/>
                <a:ea typeface="+mn-ea"/>
                <a:cs typeface="+mn-cs"/>
              </a:defRPr>
            </a:lvl1pPr>
          </a:lstStyle>
          <a:p>
            <a:pPr lvl="0"/>
            <a:r>
              <a:rPr lang="nb-NO"/>
              <a:t>Klikk for å redigere tekststiler i malen</a:t>
            </a:r>
          </a:p>
        </p:txBody>
      </p:sp>
      <p:sp>
        <p:nvSpPr>
          <p:cNvPr id="28" name="Content Placeholder 3">
            <a:extLst>
              <a:ext uri="{FF2B5EF4-FFF2-40B4-BE49-F238E27FC236}">
                <a16:creationId xmlns:a16="http://schemas.microsoft.com/office/drawing/2014/main" id="{A3C6FFF7-1BD6-4C2E-949A-7AEAD2340CC4}"/>
              </a:ext>
            </a:extLst>
          </p:cNvPr>
          <p:cNvSpPr>
            <a:spLocks noGrp="1"/>
          </p:cNvSpPr>
          <p:nvPr>
            <p:ph sz="half" idx="28"/>
          </p:nvPr>
        </p:nvSpPr>
        <p:spPr>
          <a:xfrm>
            <a:off x="6192988" y="3292761"/>
            <a:ext cx="2716858" cy="2376198"/>
          </a:xfrm>
        </p:spPr>
        <p:txBody>
          <a:bodyPr/>
          <a:lstStyle>
            <a:lvl1pPr>
              <a:defRPr sz="1200"/>
            </a:lvl1pPr>
            <a:lvl2pPr>
              <a:defRPr sz="1200"/>
            </a:lvl2pPr>
            <a:lvl3pPr>
              <a:defRPr sz="1200"/>
            </a:lvl3pPr>
            <a:lvl4pPr>
              <a:defRPr sz="1200"/>
            </a:lvl4pPr>
            <a:lvl5pPr>
              <a:defRPr sz="1200"/>
            </a:lvl5pPr>
          </a:lstStyle>
          <a:p>
            <a:pPr lvl="0"/>
            <a:r>
              <a:rPr lang="nb-NO" noProof="0"/>
              <a:t>Klikk for å redigere tekststiler i malen</a:t>
            </a:r>
          </a:p>
          <a:p>
            <a:pPr lvl="1"/>
            <a:r>
              <a:rPr lang="nb-NO" noProof="0"/>
              <a:t>Andre nivå</a:t>
            </a:r>
          </a:p>
          <a:p>
            <a:pPr lvl="2"/>
            <a:r>
              <a:rPr lang="nb-NO" noProof="0"/>
              <a:t>Tredje nivå</a:t>
            </a:r>
          </a:p>
          <a:p>
            <a:pPr lvl="3"/>
            <a:r>
              <a:rPr lang="nb-NO" noProof="0"/>
              <a:t>Fjerde nivå</a:t>
            </a:r>
          </a:p>
          <a:p>
            <a:pPr lvl="4"/>
            <a:r>
              <a:rPr lang="nb-NO" noProof="0"/>
              <a:t>Femte nivå</a:t>
            </a:r>
            <a:endParaRPr lang="nb-NO" noProof="0" dirty="0"/>
          </a:p>
        </p:txBody>
      </p:sp>
      <p:sp>
        <p:nvSpPr>
          <p:cNvPr id="27" name="Picture Placeholder 4">
            <a:extLst>
              <a:ext uri="{FF2B5EF4-FFF2-40B4-BE49-F238E27FC236}">
                <a16:creationId xmlns:a16="http://schemas.microsoft.com/office/drawing/2014/main" id="{BBC24B24-8D61-4F79-AC7E-CAEA322622F9}"/>
              </a:ext>
            </a:extLst>
          </p:cNvPr>
          <p:cNvSpPr>
            <a:spLocks noGrp="1"/>
          </p:cNvSpPr>
          <p:nvPr>
            <p:ph type="pic" sz="quarter" idx="27"/>
          </p:nvPr>
        </p:nvSpPr>
        <p:spPr>
          <a:xfrm>
            <a:off x="9094974" y="1040821"/>
            <a:ext cx="2716858" cy="1523583"/>
          </a:xfrm>
          <a:noFill/>
        </p:spPr>
        <p:txBody>
          <a:bodyPr/>
          <a:lstStyle>
            <a:lvl1pPr>
              <a:buNone/>
              <a:defRPr/>
            </a:lvl1pPr>
          </a:lstStyle>
          <a:p>
            <a:r>
              <a:rPr lang="nb-NO"/>
              <a:t>Klikk på ikonet for å legge til et bilde</a:t>
            </a:r>
            <a:endParaRPr lang="en-US" dirty="0"/>
          </a:p>
        </p:txBody>
      </p:sp>
      <p:sp>
        <p:nvSpPr>
          <p:cNvPr id="26" name="Text Placeholder 21">
            <a:extLst>
              <a:ext uri="{FF2B5EF4-FFF2-40B4-BE49-F238E27FC236}">
                <a16:creationId xmlns:a16="http://schemas.microsoft.com/office/drawing/2014/main" id="{22AA6F0B-4FE7-4E1E-A833-9372AA448897}"/>
              </a:ext>
            </a:extLst>
          </p:cNvPr>
          <p:cNvSpPr>
            <a:spLocks noGrp="1"/>
          </p:cNvSpPr>
          <p:nvPr>
            <p:ph type="body" sz="quarter" idx="26"/>
          </p:nvPr>
        </p:nvSpPr>
        <p:spPr>
          <a:xfrm>
            <a:off x="9094974" y="2604949"/>
            <a:ext cx="2716858" cy="494749"/>
          </a:xfrm>
        </p:spPr>
        <p:txBody>
          <a:bodyPr anchor="t"/>
          <a:lstStyle>
            <a:lvl1pPr>
              <a:buNone/>
              <a:defRPr lang="en-US" sz="1500" kern="1200" dirty="0">
                <a:solidFill>
                  <a:schemeClr val="tx1"/>
                </a:solidFill>
                <a:latin typeface="+mn-lt"/>
                <a:ea typeface="+mn-ea"/>
                <a:cs typeface="+mn-cs"/>
              </a:defRPr>
            </a:lvl1pPr>
          </a:lstStyle>
          <a:p>
            <a:pPr lvl="0"/>
            <a:r>
              <a:rPr lang="nb-NO"/>
              <a:t>Klikk for å redigere tekststiler i malen</a:t>
            </a:r>
          </a:p>
        </p:txBody>
      </p:sp>
      <p:sp>
        <p:nvSpPr>
          <p:cNvPr id="17" name="Content Placeholder 3">
            <a:extLst>
              <a:ext uri="{FF2B5EF4-FFF2-40B4-BE49-F238E27FC236}">
                <a16:creationId xmlns:a16="http://schemas.microsoft.com/office/drawing/2014/main" id="{586DB7C2-F2F4-4198-835C-1F0811212739}"/>
              </a:ext>
            </a:extLst>
          </p:cNvPr>
          <p:cNvSpPr>
            <a:spLocks noGrp="1"/>
          </p:cNvSpPr>
          <p:nvPr>
            <p:ph sz="half" idx="21"/>
          </p:nvPr>
        </p:nvSpPr>
        <p:spPr>
          <a:xfrm>
            <a:off x="9094974" y="3292761"/>
            <a:ext cx="2716858" cy="2376197"/>
          </a:xfrm>
        </p:spPr>
        <p:txBody>
          <a:bodyPr/>
          <a:lstStyle>
            <a:lvl1pPr>
              <a:defRPr sz="1200"/>
            </a:lvl1pPr>
            <a:lvl2pPr>
              <a:defRPr sz="1200"/>
            </a:lvl2pPr>
            <a:lvl3pPr>
              <a:defRPr sz="1200"/>
            </a:lvl3pPr>
            <a:lvl4pPr>
              <a:defRPr sz="1200"/>
            </a:lvl4pPr>
            <a:lvl5pPr>
              <a:defRPr sz="1200"/>
            </a:lvl5pPr>
          </a:lstStyle>
          <a:p>
            <a:pPr lvl="0"/>
            <a:r>
              <a:rPr lang="nb-NO" noProof="0"/>
              <a:t>Klikk for å redigere tekststiler i malen</a:t>
            </a:r>
          </a:p>
          <a:p>
            <a:pPr lvl="1"/>
            <a:r>
              <a:rPr lang="nb-NO" noProof="0"/>
              <a:t>Andre nivå</a:t>
            </a:r>
          </a:p>
          <a:p>
            <a:pPr lvl="2"/>
            <a:r>
              <a:rPr lang="nb-NO" noProof="0"/>
              <a:t>Tredje nivå</a:t>
            </a:r>
          </a:p>
          <a:p>
            <a:pPr lvl="3"/>
            <a:r>
              <a:rPr lang="nb-NO" noProof="0"/>
              <a:t>Fjerde nivå</a:t>
            </a:r>
          </a:p>
          <a:p>
            <a:pPr lvl="4"/>
            <a:r>
              <a:rPr lang="nb-NO" noProof="0"/>
              <a:t>Femte nivå</a:t>
            </a:r>
            <a:endParaRPr lang="nb-NO" noProof="0" dirty="0"/>
          </a:p>
        </p:txBody>
      </p:sp>
      <p:sp>
        <p:nvSpPr>
          <p:cNvPr id="19" name="Footer Placeholder 4">
            <a:extLst>
              <a:ext uri="{FF2B5EF4-FFF2-40B4-BE49-F238E27FC236}">
                <a16:creationId xmlns:a16="http://schemas.microsoft.com/office/drawing/2014/main" id="{9C3F215E-98D7-4E75-AF2C-6DC421F9F514}"/>
              </a:ext>
            </a:extLst>
          </p:cNvPr>
          <p:cNvSpPr>
            <a:spLocks noGrp="1"/>
          </p:cNvSpPr>
          <p:nvPr>
            <p:ph type="ftr" sz="quarter" idx="3"/>
          </p:nvPr>
        </p:nvSpPr>
        <p:spPr>
          <a:xfrm>
            <a:off x="1837732" y="6243181"/>
            <a:ext cx="1501215" cy="259232"/>
          </a:xfrm>
          <a:prstGeom prst="rect">
            <a:avLst/>
          </a:prstGeom>
        </p:spPr>
        <p:txBody>
          <a:bodyPr lIns="0" tIns="0" rIns="0" bIns="0" anchor="b"/>
          <a:lstStyle>
            <a:lvl1pPr algn="l">
              <a:defRPr sz="800">
                <a:solidFill>
                  <a:schemeClr val="tx1"/>
                </a:solidFill>
              </a:defRPr>
            </a:lvl1pPr>
          </a:lstStyle>
          <a:p>
            <a:endParaRPr lang="nb-NO" dirty="0"/>
          </a:p>
        </p:txBody>
      </p:sp>
      <p:sp>
        <p:nvSpPr>
          <p:cNvPr id="15" name="Slide Number Placeholder 14">
            <a:extLst>
              <a:ext uri="{FF2B5EF4-FFF2-40B4-BE49-F238E27FC236}">
                <a16:creationId xmlns:a16="http://schemas.microsoft.com/office/drawing/2014/main" id="{BFFAB941-BECC-4FD4-9EA0-749780C19CA9}"/>
              </a:ext>
            </a:extLst>
          </p:cNvPr>
          <p:cNvSpPr>
            <a:spLocks noGrp="1"/>
          </p:cNvSpPr>
          <p:nvPr>
            <p:ph type="sldNum" sz="quarter" idx="12"/>
          </p:nvPr>
        </p:nvSpPr>
        <p:spPr/>
        <p:txBody>
          <a:bodyPr/>
          <a:lstStyle/>
          <a:p>
            <a:r>
              <a:rPr lang="en-US"/>
              <a:t>Side </a:t>
            </a:r>
            <a:fld id="{5251F420-7306-4E7C-A79E-F31A38F7D392}" type="slidenum">
              <a:rPr lang="en-US" smtClean="0"/>
              <a:pPr/>
              <a:t>‹#›</a:t>
            </a:fld>
            <a:endParaRPr lang="en-US" dirty="0"/>
          </a:p>
        </p:txBody>
      </p:sp>
    </p:spTree>
    <p:extLst>
      <p:ext uri="{BB962C8B-B14F-4D97-AF65-F5344CB8AC3E}">
        <p14:creationId xmlns:p14="http://schemas.microsoft.com/office/powerpoint/2010/main" val="10289949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o bilder ">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00F89B0E-F421-45EF-8C78-C84FEFC483DF}"/>
              </a:ext>
            </a:extLst>
          </p:cNvPr>
          <p:cNvSpPr>
            <a:spLocks noGrp="1"/>
          </p:cNvSpPr>
          <p:nvPr>
            <p:ph type="title"/>
          </p:nvPr>
        </p:nvSpPr>
        <p:spPr>
          <a:xfrm>
            <a:off x="380168" y="161944"/>
            <a:ext cx="11431664" cy="754068"/>
          </a:xfrm>
        </p:spPr>
        <p:txBody>
          <a:bodyPr/>
          <a:lstStyle>
            <a:lvl1pPr>
              <a:defRPr/>
            </a:lvl1pPr>
          </a:lstStyle>
          <a:p>
            <a:r>
              <a:rPr lang="nb-NO" noProof="0"/>
              <a:t>Klikk for å redigere tittelstil</a:t>
            </a:r>
            <a:endParaRPr lang="nb-NO" noProof="0" dirty="0"/>
          </a:p>
        </p:txBody>
      </p:sp>
      <p:sp>
        <p:nvSpPr>
          <p:cNvPr id="23" name="Subtitle 2">
            <a:extLst>
              <a:ext uri="{FF2B5EF4-FFF2-40B4-BE49-F238E27FC236}">
                <a16:creationId xmlns:a16="http://schemas.microsoft.com/office/drawing/2014/main" id="{F7BB50C2-6F95-4C0A-8590-741501231A71}"/>
              </a:ext>
            </a:extLst>
          </p:cNvPr>
          <p:cNvSpPr>
            <a:spLocks noGrp="1"/>
          </p:cNvSpPr>
          <p:nvPr>
            <p:ph type="subTitle" idx="13"/>
          </p:nvPr>
        </p:nvSpPr>
        <p:spPr>
          <a:xfrm>
            <a:off x="380168" y="1003335"/>
            <a:ext cx="11431664" cy="494749"/>
          </a:xfrm>
        </p:spPr>
        <p:txBody>
          <a:bodyPr anchor="t"/>
          <a:lstStyle>
            <a:lvl1pPr marL="0" indent="0" algn="l">
              <a:buNone/>
              <a:defRPr sz="1800"/>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nb-NO"/>
              <a:t>Klikk for å redigere undertittelstil i malen</a:t>
            </a:r>
            <a:endParaRPr lang="en-US" dirty="0"/>
          </a:p>
        </p:txBody>
      </p:sp>
      <p:sp>
        <p:nvSpPr>
          <p:cNvPr id="2" name="Picture Placeholder 1">
            <a:extLst>
              <a:ext uri="{FF2B5EF4-FFF2-40B4-BE49-F238E27FC236}">
                <a16:creationId xmlns:a16="http://schemas.microsoft.com/office/drawing/2014/main" id="{D0001077-9CBF-4E3B-BC21-E948C160E969}"/>
              </a:ext>
            </a:extLst>
          </p:cNvPr>
          <p:cNvSpPr>
            <a:spLocks noGrp="1"/>
          </p:cNvSpPr>
          <p:nvPr>
            <p:ph type="pic" sz="quarter" idx="20"/>
          </p:nvPr>
        </p:nvSpPr>
        <p:spPr>
          <a:xfrm>
            <a:off x="380168" y="1729109"/>
            <a:ext cx="5611759" cy="3948448"/>
          </a:xfrm>
          <a:prstGeom prst="rect">
            <a:avLst/>
          </a:prstGeom>
          <a:noFill/>
        </p:spPr>
        <p:txBody>
          <a:bodyPr lIns="0" tIns="0" rIns="0" bIns="0"/>
          <a:lstStyle>
            <a:lvl1pPr>
              <a:buNone/>
              <a:defRPr/>
            </a:lvl1pPr>
          </a:lstStyle>
          <a:p>
            <a:r>
              <a:rPr lang="nb-NO"/>
              <a:t>Klikk på ikonet for å legge til et bilde</a:t>
            </a:r>
            <a:endParaRPr lang="en-US" dirty="0"/>
          </a:p>
        </p:txBody>
      </p:sp>
      <p:sp>
        <p:nvSpPr>
          <p:cNvPr id="13" name="Text Placeholder 12">
            <a:extLst>
              <a:ext uri="{FF2B5EF4-FFF2-40B4-BE49-F238E27FC236}">
                <a16:creationId xmlns:a16="http://schemas.microsoft.com/office/drawing/2014/main" id="{D41D3FFA-A749-48E7-93B6-E3608A598DAF}"/>
              </a:ext>
            </a:extLst>
          </p:cNvPr>
          <p:cNvSpPr>
            <a:spLocks noGrp="1"/>
          </p:cNvSpPr>
          <p:nvPr>
            <p:ph type="body" sz="quarter" idx="15" hasCustomPrompt="1"/>
          </p:nvPr>
        </p:nvSpPr>
        <p:spPr>
          <a:xfrm>
            <a:off x="380168" y="5875993"/>
            <a:ext cx="5611760" cy="182608"/>
          </a:xfrm>
        </p:spPr>
        <p:txBody>
          <a:bodyPr/>
          <a:lstStyle>
            <a:lvl1pPr marL="0" indent="0" algn="r">
              <a:buNone/>
              <a:defRPr sz="750">
                <a:solidFill>
                  <a:srgbClr val="524B48"/>
                </a:solidFill>
              </a:defRPr>
            </a:lvl1pPr>
          </a:lstStyle>
          <a:p>
            <a:pPr lvl="0"/>
            <a:r>
              <a:rPr lang="nb-NO" dirty="0"/>
              <a:t>Fotokreditt / Bildetekst</a:t>
            </a:r>
            <a:endParaRPr lang="en-US" dirty="0"/>
          </a:p>
        </p:txBody>
      </p:sp>
      <p:sp>
        <p:nvSpPr>
          <p:cNvPr id="3" name="Picture Placeholder 2">
            <a:extLst>
              <a:ext uri="{FF2B5EF4-FFF2-40B4-BE49-F238E27FC236}">
                <a16:creationId xmlns:a16="http://schemas.microsoft.com/office/drawing/2014/main" id="{BB89F89F-F92D-4257-8097-9A576478EB56}"/>
              </a:ext>
            </a:extLst>
          </p:cNvPr>
          <p:cNvSpPr>
            <a:spLocks noGrp="1"/>
          </p:cNvSpPr>
          <p:nvPr>
            <p:ph type="pic" sz="quarter" idx="21"/>
          </p:nvPr>
        </p:nvSpPr>
        <p:spPr>
          <a:xfrm>
            <a:off x="6172201" y="1729109"/>
            <a:ext cx="5611759" cy="3948448"/>
          </a:xfrm>
          <a:prstGeom prst="rect">
            <a:avLst/>
          </a:prstGeom>
          <a:noFill/>
        </p:spPr>
        <p:txBody>
          <a:bodyPr lIns="0" tIns="0" rIns="0" bIns="0"/>
          <a:lstStyle>
            <a:lvl1pPr>
              <a:buNone/>
              <a:defRPr/>
            </a:lvl1pPr>
          </a:lstStyle>
          <a:p>
            <a:r>
              <a:rPr lang="nb-NO"/>
              <a:t>Klikk på ikonet for å legge til et bilde</a:t>
            </a:r>
            <a:endParaRPr lang="en-US" dirty="0"/>
          </a:p>
        </p:txBody>
      </p:sp>
      <p:sp>
        <p:nvSpPr>
          <p:cNvPr id="14" name="Text Placeholder 12">
            <a:extLst>
              <a:ext uri="{FF2B5EF4-FFF2-40B4-BE49-F238E27FC236}">
                <a16:creationId xmlns:a16="http://schemas.microsoft.com/office/drawing/2014/main" id="{BD368394-9DFE-49F7-8B3A-C5D11ABAF3C1}"/>
              </a:ext>
            </a:extLst>
          </p:cNvPr>
          <p:cNvSpPr>
            <a:spLocks noGrp="1"/>
          </p:cNvSpPr>
          <p:nvPr>
            <p:ph type="body" sz="quarter" idx="16" hasCustomPrompt="1"/>
          </p:nvPr>
        </p:nvSpPr>
        <p:spPr>
          <a:xfrm>
            <a:off x="6200072" y="5875993"/>
            <a:ext cx="5583887" cy="182608"/>
          </a:xfrm>
        </p:spPr>
        <p:txBody>
          <a:bodyPr/>
          <a:lstStyle>
            <a:lvl1pPr marL="0" indent="0" algn="r">
              <a:buNone/>
              <a:defRPr sz="750">
                <a:solidFill>
                  <a:srgbClr val="524B48"/>
                </a:solidFill>
              </a:defRPr>
            </a:lvl1pPr>
          </a:lstStyle>
          <a:p>
            <a:pPr lvl="0"/>
            <a:r>
              <a:rPr lang="nb-NO" dirty="0"/>
              <a:t>Fotokreditt / Bildetekst</a:t>
            </a:r>
            <a:endParaRPr lang="en-US" dirty="0"/>
          </a:p>
        </p:txBody>
      </p:sp>
      <p:sp>
        <p:nvSpPr>
          <p:cNvPr id="10" name="Footer Placeholder 4">
            <a:extLst>
              <a:ext uri="{FF2B5EF4-FFF2-40B4-BE49-F238E27FC236}">
                <a16:creationId xmlns:a16="http://schemas.microsoft.com/office/drawing/2014/main" id="{E78C22F4-77A5-4B84-BD5E-2A59A32FB505}"/>
              </a:ext>
            </a:extLst>
          </p:cNvPr>
          <p:cNvSpPr>
            <a:spLocks noGrp="1"/>
          </p:cNvSpPr>
          <p:nvPr>
            <p:ph type="ftr" sz="quarter" idx="3"/>
          </p:nvPr>
        </p:nvSpPr>
        <p:spPr>
          <a:xfrm>
            <a:off x="1837732" y="6243181"/>
            <a:ext cx="1501215" cy="259232"/>
          </a:xfrm>
          <a:prstGeom prst="rect">
            <a:avLst/>
          </a:prstGeom>
        </p:spPr>
        <p:txBody>
          <a:bodyPr lIns="0" tIns="0" rIns="0" bIns="0" anchor="b"/>
          <a:lstStyle>
            <a:lvl1pPr algn="l">
              <a:defRPr sz="800">
                <a:solidFill>
                  <a:schemeClr val="tx1"/>
                </a:solidFill>
              </a:defRPr>
            </a:lvl1pPr>
          </a:lstStyle>
          <a:p>
            <a:endParaRPr lang="nb-NO" dirty="0"/>
          </a:p>
        </p:txBody>
      </p:sp>
      <p:sp>
        <p:nvSpPr>
          <p:cNvPr id="18" name="Slide Number Placeholder 17">
            <a:extLst>
              <a:ext uri="{FF2B5EF4-FFF2-40B4-BE49-F238E27FC236}">
                <a16:creationId xmlns:a16="http://schemas.microsoft.com/office/drawing/2014/main" id="{FAE41322-259C-45E1-8EBA-CD9AEBC31A7F}"/>
              </a:ext>
            </a:extLst>
          </p:cNvPr>
          <p:cNvSpPr>
            <a:spLocks noGrp="1"/>
          </p:cNvSpPr>
          <p:nvPr>
            <p:ph type="sldNum" sz="quarter" idx="19"/>
          </p:nvPr>
        </p:nvSpPr>
        <p:spPr/>
        <p:txBody>
          <a:bodyPr/>
          <a:lstStyle/>
          <a:p>
            <a:r>
              <a:rPr lang="en-US"/>
              <a:t>Side </a:t>
            </a:r>
            <a:fld id="{5251F420-7306-4E7C-A79E-F31A38F7D392}" type="slidenum">
              <a:rPr lang="en-US" smtClean="0"/>
              <a:pPr/>
              <a:t>‹#›</a:t>
            </a:fld>
            <a:endParaRPr lang="en-US" dirty="0"/>
          </a:p>
        </p:txBody>
      </p:sp>
    </p:spTree>
    <p:extLst>
      <p:ext uri="{BB962C8B-B14F-4D97-AF65-F5344CB8AC3E}">
        <p14:creationId xmlns:p14="http://schemas.microsoft.com/office/powerpoint/2010/main" val="19139036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re bilder">
    <p:spTree>
      <p:nvGrpSpPr>
        <p:cNvPr id="1" name=""/>
        <p:cNvGrpSpPr/>
        <p:nvPr/>
      </p:nvGrpSpPr>
      <p:grpSpPr>
        <a:xfrm>
          <a:off x="0" y="0"/>
          <a:ext cx="0" cy="0"/>
          <a:chOff x="0" y="0"/>
          <a:chExt cx="0" cy="0"/>
        </a:xfrm>
      </p:grpSpPr>
      <p:sp>
        <p:nvSpPr>
          <p:cNvPr id="25" name="Title 1">
            <a:extLst>
              <a:ext uri="{FF2B5EF4-FFF2-40B4-BE49-F238E27FC236}">
                <a16:creationId xmlns:a16="http://schemas.microsoft.com/office/drawing/2014/main" id="{53F87D86-02F1-4288-ADF3-CFC53D24CE4F}"/>
              </a:ext>
            </a:extLst>
          </p:cNvPr>
          <p:cNvSpPr>
            <a:spLocks noGrp="1"/>
          </p:cNvSpPr>
          <p:nvPr>
            <p:ph type="title"/>
          </p:nvPr>
        </p:nvSpPr>
        <p:spPr>
          <a:xfrm>
            <a:off x="380168" y="161944"/>
            <a:ext cx="11431664" cy="754068"/>
          </a:xfrm>
        </p:spPr>
        <p:txBody>
          <a:bodyPr/>
          <a:lstStyle>
            <a:lvl1pPr>
              <a:defRPr/>
            </a:lvl1pPr>
          </a:lstStyle>
          <a:p>
            <a:r>
              <a:rPr lang="nb-NO" noProof="0"/>
              <a:t>Klikk for å redigere tittelstil</a:t>
            </a:r>
            <a:endParaRPr lang="nb-NO" noProof="0" dirty="0"/>
          </a:p>
        </p:txBody>
      </p:sp>
      <p:sp>
        <p:nvSpPr>
          <p:cNvPr id="29" name="Text Placeholder 21">
            <a:extLst>
              <a:ext uri="{FF2B5EF4-FFF2-40B4-BE49-F238E27FC236}">
                <a16:creationId xmlns:a16="http://schemas.microsoft.com/office/drawing/2014/main" id="{78A54228-A18C-49D4-8BAE-55234982E140}"/>
              </a:ext>
            </a:extLst>
          </p:cNvPr>
          <p:cNvSpPr>
            <a:spLocks noGrp="1"/>
          </p:cNvSpPr>
          <p:nvPr>
            <p:ph type="body" sz="quarter" idx="22"/>
          </p:nvPr>
        </p:nvSpPr>
        <p:spPr>
          <a:xfrm>
            <a:off x="380168" y="1003335"/>
            <a:ext cx="3524319" cy="494749"/>
          </a:xfrm>
        </p:spPr>
        <p:txBody>
          <a:bodyPr anchor="t"/>
          <a:lstStyle>
            <a:lvl1pPr>
              <a:buNone/>
              <a:defRPr lang="en-US" sz="1800" kern="1200" dirty="0">
                <a:solidFill>
                  <a:schemeClr val="tx1"/>
                </a:solidFill>
                <a:latin typeface="+mn-lt"/>
                <a:ea typeface="+mn-ea"/>
                <a:cs typeface="+mn-cs"/>
              </a:defRPr>
            </a:lvl1pPr>
          </a:lstStyle>
          <a:p>
            <a:pPr lvl="0"/>
            <a:r>
              <a:rPr lang="nb-NO"/>
              <a:t>Klikk for å redigere tekststiler i malen</a:t>
            </a:r>
          </a:p>
        </p:txBody>
      </p:sp>
      <p:sp>
        <p:nvSpPr>
          <p:cNvPr id="8" name="Picture Placeholder 7">
            <a:extLst>
              <a:ext uri="{FF2B5EF4-FFF2-40B4-BE49-F238E27FC236}">
                <a16:creationId xmlns:a16="http://schemas.microsoft.com/office/drawing/2014/main" id="{E37AE244-E30D-4FB2-98A6-B9EC37B05A95}"/>
              </a:ext>
            </a:extLst>
          </p:cNvPr>
          <p:cNvSpPr>
            <a:spLocks noGrp="1"/>
          </p:cNvSpPr>
          <p:nvPr>
            <p:ph type="pic" sz="quarter" idx="26"/>
          </p:nvPr>
        </p:nvSpPr>
        <p:spPr>
          <a:xfrm>
            <a:off x="380170" y="1710901"/>
            <a:ext cx="3524319" cy="3958058"/>
          </a:xfrm>
          <a:prstGeom prst="rect">
            <a:avLst/>
          </a:prstGeom>
          <a:noFill/>
        </p:spPr>
        <p:txBody>
          <a:bodyPr lIns="0" tIns="0" rIns="0" bIns="0"/>
          <a:lstStyle/>
          <a:p>
            <a:r>
              <a:rPr lang="nb-NO"/>
              <a:t>Klikk på ikonet for å legge til et bilde</a:t>
            </a:r>
            <a:endParaRPr lang="en-US" dirty="0"/>
          </a:p>
        </p:txBody>
      </p:sp>
      <p:sp>
        <p:nvSpPr>
          <p:cNvPr id="27" name="Text Placeholder 21">
            <a:extLst>
              <a:ext uri="{FF2B5EF4-FFF2-40B4-BE49-F238E27FC236}">
                <a16:creationId xmlns:a16="http://schemas.microsoft.com/office/drawing/2014/main" id="{16109106-4360-48AE-97EE-22C402C46E31}"/>
              </a:ext>
            </a:extLst>
          </p:cNvPr>
          <p:cNvSpPr>
            <a:spLocks noGrp="1"/>
          </p:cNvSpPr>
          <p:nvPr>
            <p:ph type="body" sz="quarter" idx="20"/>
          </p:nvPr>
        </p:nvSpPr>
        <p:spPr>
          <a:xfrm>
            <a:off x="4333840" y="1003335"/>
            <a:ext cx="3524319" cy="494749"/>
          </a:xfrm>
        </p:spPr>
        <p:txBody>
          <a:bodyPr anchor="t"/>
          <a:lstStyle>
            <a:lvl1pPr>
              <a:buNone/>
              <a:defRPr lang="en-US" sz="1800" kern="1200" dirty="0">
                <a:solidFill>
                  <a:schemeClr val="tx1"/>
                </a:solidFill>
                <a:latin typeface="+mn-lt"/>
                <a:ea typeface="+mn-ea"/>
                <a:cs typeface="+mn-cs"/>
              </a:defRPr>
            </a:lvl1pPr>
          </a:lstStyle>
          <a:p>
            <a:pPr lvl="0"/>
            <a:r>
              <a:rPr lang="nb-NO"/>
              <a:t>Klikk for å redigere tekststiler i malen</a:t>
            </a:r>
          </a:p>
        </p:txBody>
      </p:sp>
      <p:sp>
        <p:nvSpPr>
          <p:cNvPr id="9" name="Picture Placeholder 8">
            <a:extLst>
              <a:ext uri="{FF2B5EF4-FFF2-40B4-BE49-F238E27FC236}">
                <a16:creationId xmlns:a16="http://schemas.microsoft.com/office/drawing/2014/main" id="{4CA0C917-5130-4608-85A6-627EB2AFD5D9}"/>
              </a:ext>
            </a:extLst>
          </p:cNvPr>
          <p:cNvSpPr>
            <a:spLocks noGrp="1"/>
          </p:cNvSpPr>
          <p:nvPr>
            <p:ph type="pic" sz="quarter" idx="27"/>
          </p:nvPr>
        </p:nvSpPr>
        <p:spPr>
          <a:xfrm>
            <a:off x="4333842" y="1703168"/>
            <a:ext cx="3524319" cy="3958058"/>
          </a:xfrm>
          <a:prstGeom prst="rect">
            <a:avLst/>
          </a:prstGeom>
          <a:noFill/>
        </p:spPr>
        <p:txBody>
          <a:bodyPr lIns="0" tIns="0" rIns="0" bIns="0"/>
          <a:lstStyle/>
          <a:p>
            <a:r>
              <a:rPr lang="nb-NO"/>
              <a:t>Klikk på ikonet for å legge til et bilde</a:t>
            </a:r>
            <a:endParaRPr lang="en-US" dirty="0"/>
          </a:p>
        </p:txBody>
      </p:sp>
      <p:sp>
        <p:nvSpPr>
          <p:cNvPr id="23" name="Text Placeholder 21">
            <a:extLst>
              <a:ext uri="{FF2B5EF4-FFF2-40B4-BE49-F238E27FC236}">
                <a16:creationId xmlns:a16="http://schemas.microsoft.com/office/drawing/2014/main" id="{7F0F2B16-0190-4211-A226-C7673C0595F2}"/>
              </a:ext>
            </a:extLst>
          </p:cNvPr>
          <p:cNvSpPr>
            <a:spLocks noGrp="1"/>
          </p:cNvSpPr>
          <p:nvPr>
            <p:ph type="body" sz="quarter" idx="18"/>
          </p:nvPr>
        </p:nvSpPr>
        <p:spPr>
          <a:xfrm>
            <a:off x="8287512" y="1003335"/>
            <a:ext cx="3524319" cy="494749"/>
          </a:xfrm>
        </p:spPr>
        <p:txBody>
          <a:bodyPr anchor="t"/>
          <a:lstStyle>
            <a:lvl1pPr>
              <a:buNone/>
              <a:defRPr lang="en-US" sz="1800" kern="1200" dirty="0">
                <a:solidFill>
                  <a:schemeClr val="tx1"/>
                </a:solidFill>
                <a:latin typeface="+mn-lt"/>
                <a:ea typeface="+mn-ea"/>
                <a:cs typeface="+mn-cs"/>
              </a:defRPr>
            </a:lvl1pPr>
          </a:lstStyle>
          <a:p>
            <a:pPr lvl="0"/>
            <a:r>
              <a:rPr lang="nb-NO"/>
              <a:t>Klikk for å redigere tekststiler i malen</a:t>
            </a:r>
          </a:p>
        </p:txBody>
      </p:sp>
      <p:sp>
        <p:nvSpPr>
          <p:cNvPr id="10" name="Picture Placeholder 9">
            <a:extLst>
              <a:ext uri="{FF2B5EF4-FFF2-40B4-BE49-F238E27FC236}">
                <a16:creationId xmlns:a16="http://schemas.microsoft.com/office/drawing/2014/main" id="{B0C61C4C-3830-4483-B223-21FD6F02122E}"/>
              </a:ext>
            </a:extLst>
          </p:cNvPr>
          <p:cNvSpPr>
            <a:spLocks noGrp="1"/>
          </p:cNvSpPr>
          <p:nvPr>
            <p:ph type="pic" sz="quarter" idx="28"/>
          </p:nvPr>
        </p:nvSpPr>
        <p:spPr>
          <a:xfrm>
            <a:off x="8287514" y="1703168"/>
            <a:ext cx="3524319" cy="3958058"/>
          </a:xfrm>
          <a:prstGeom prst="rect">
            <a:avLst/>
          </a:prstGeom>
          <a:noFill/>
        </p:spPr>
        <p:txBody>
          <a:bodyPr lIns="0" tIns="0" rIns="0" bIns="0"/>
          <a:lstStyle/>
          <a:p>
            <a:r>
              <a:rPr lang="nb-NO"/>
              <a:t>Klikk på ikonet for å legge til et bilde</a:t>
            </a:r>
            <a:endParaRPr lang="en-US" dirty="0"/>
          </a:p>
        </p:txBody>
      </p:sp>
      <p:sp>
        <p:nvSpPr>
          <p:cNvPr id="11" name="Footer Placeholder 4">
            <a:extLst>
              <a:ext uri="{FF2B5EF4-FFF2-40B4-BE49-F238E27FC236}">
                <a16:creationId xmlns:a16="http://schemas.microsoft.com/office/drawing/2014/main" id="{BBD9063C-F778-46E7-8697-C72B9C1AA8F0}"/>
              </a:ext>
            </a:extLst>
          </p:cNvPr>
          <p:cNvSpPr>
            <a:spLocks noGrp="1"/>
          </p:cNvSpPr>
          <p:nvPr>
            <p:ph type="ftr" sz="quarter" idx="3"/>
          </p:nvPr>
        </p:nvSpPr>
        <p:spPr>
          <a:xfrm>
            <a:off x="1837732" y="6243181"/>
            <a:ext cx="1501215" cy="259232"/>
          </a:xfrm>
          <a:prstGeom prst="rect">
            <a:avLst/>
          </a:prstGeom>
        </p:spPr>
        <p:txBody>
          <a:bodyPr lIns="0" tIns="0" rIns="0" bIns="0" anchor="b"/>
          <a:lstStyle>
            <a:lvl1pPr algn="l">
              <a:defRPr sz="800">
                <a:solidFill>
                  <a:schemeClr val="tx1"/>
                </a:solidFill>
              </a:defRPr>
            </a:lvl1pPr>
          </a:lstStyle>
          <a:p>
            <a:endParaRPr lang="nb-NO" dirty="0"/>
          </a:p>
        </p:txBody>
      </p:sp>
      <p:sp>
        <p:nvSpPr>
          <p:cNvPr id="15" name="Slide Number Placeholder 14">
            <a:extLst>
              <a:ext uri="{FF2B5EF4-FFF2-40B4-BE49-F238E27FC236}">
                <a16:creationId xmlns:a16="http://schemas.microsoft.com/office/drawing/2014/main" id="{BFFAB941-BECC-4FD4-9EA0-749780C19CA9}"/>
              </a:ext>
            </a:extLst>
          </p:cNvPr>
          <p:cNvSpPr>
            <a:spLocks noGrp="1"/>
          </p:cNvSpPr>
          <p:nvPr>
            <p:ph type="sldNum" sz="quarter" idx="12"/>
          </p:nvPr>
        </p:nvSpPr>
        <p:spPr/>
        <p:txBody>
          <a:bodyPr/>
          <a:lstStyle/>
          <a:p>
            <a:r>
              <a:rPr lang="en-US" dirty="0"/>
              <a:t>Side </a:t>
            </a:r>
            <a:fld id="{5251F420-7306-4E7C-A79E-F31A38F7D392}" type="slidenum">
              <a:rPr lang="en-US" smtClean="0"/>
              <a:pPr/>
              <a:t>‹#›</a:t>
            </a:fld>
            <a:endParaRPr lang="en-US" dirty="0"/>
          </a:p>
        </p:txBody>
      </p:sp>
    </p:spTree>
    <p:extLst>
      <p:ext uri="{BB962C8B-B14F-4D97-AF65-F5344CB8AC3E}">
        <p14:creationId xmlns:p14="http://schemas.microsoft.com/office/powerpoint/2010/main" val="21092121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Stort bilde utfyllend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5C0B4E6-5502-441C-BDE1-D20B190815FA}"/>
              </a:ext>
            </a:extLst>
          </p:cNvPr>
          <p:cNvSpPr>
            <a:spLocks noGrp="1"/>
          </p:cNvSpPr>
          <p:nvPr>
            <p:ph type="title"/>
          </p:nvPr>
        </p:nvSpPr>
        <p:spPr>
          <a:xfrm>
            <a:off x="380168" y="161944"/>
            <a:ext cx="11431664" cy="754068"/>
          </a:xfrm>
        </p:spPr>
        <p:txBody>
          <a:bodyPr/>
          <a:lstStyle>
            <a:lvl1pPr>
              <a:defRPr sz="3500"/>
            </a:lvl1pPr>
          </a:lstStyle>
          <a:p>
            <a:r>
              <a:rPr lang="nb-NO" noProof="0"/>
              <a:t>Klikk for å redigere tittelstil</a:t>
            </a:r>
            <a:endParaRPr lang="nb-NO" noProof="0" dirty="0"/>
          </a:p>
        </p:txBody>
      </p:sp>
      <p:sp>
        <p:nvSpPr>
          <p:cNvPr id="27" name="Picture Placeholder 4">
            <a:extLst>
              <a:ext uri="{FF2B5EF4-FFF2-40B4-BE49-F238E27FC236}">
                <a16:creationId xmlns:a16="http://schemas.microsoft.com/office/drawing/2014/main" id="{BBC24B24-8D61-4F79-AC7E-CAEA322622F9}"/>
              </a:ext>
            </a:extLst>
          </p:cNvPr>
          <p:cNvSpPr>
            <a:spLocks noGrp="1"/>
          </p:cNvSpPr>
          <p:nvPr>
            <p:ph type="pic" sz="quarter" idx="27"/>
          </p:nvPr>
        </p:nvSpPr>
        <p:spPr>
          <a:xfrm>
            <a:off x="0" y="1180008"/>
            <a:ext cx="12192000" cy="5677992"/>
          </a:xfrm>
          <a:noFill/>
        </p:spPr>
        <p:txBody>
          <a:bodyPr/>
          <a:lstStyle>
            <a:lvl1pPr>
              <a:buNone/>
              <a:defRPr/>
            </a:lvl1pPr>
          </a:lstStyle>
          <a:p>
            <a:r>
              <a:rPr lang="nb-NO"/>
              <a:t>Klikk på ikonet for å legge til et bilde</a:t>
            </a:r>
            <a:endParaRPr lang="en-US" dirty="0"/>
          </a:p>
        </p:txBody>
      </p:sp>
      <p:sp>
        <p:nvSpPr>
          <p:cNvPr id="5" name="Text Placeholder 4" descr="Logo Universitetet i oslo">
            <a:extLst>
              <a:ext uri="{FF2B5EF4-FFF2-40B4-BE49-F238E27FC236}">
                <a16:creationId xmlns:a16="http://schemas.microsoft.com/office/drawing/2014/main" id="{47006D2C-998F-4DB7-B481-B9B3DCDC0DAF}"/>
              </a:ext>
            </a:extLst>
          </p:cNvPr>
          <p:cNvSpPr>
            <a:spLocks noGrp="1"/>
          </p:cNvSpPr>
          <p:nvPr>
            <p:ph type="body" sz="quarter" idx="28" hasCustomPrompt="1"/>
          </p:nvPr>
        </p:nvSpPr>
        <p:spPr>
          <a:xfrm>
            <a:off x="381001" y="6280142"/>
            <a:ext cx="1021262" cy="202980"/>
          </a:xfrm>
          <a:blipFill>
            <a:blip r:embed="rId2">
              <a:extLst>
                <a:ext uri="{96DAC541-7B7A-43D3-8B79-37D633B846F1}">
                  <asvg:svgBlip xmlns:asvg="http://schemas.microsoft.com/office/drawing/2016/SVG/main" r:embed="rId3"/>
                </a:ext>
              </a:extLst>
            </a:blip>
            <a:stretch>
              <a:fillRect/>
            </a:stretch>
          </a:blipFill>
        </p:spPr>
        <p:txBody>
          <a:bodyPr/>
          <a:lstStyle>
            <a:lvl1pPr>
              <a:buNone/>
              <a:defRPr/>
            </a:lvl1pPr>
          </a:lstStyle>
          <a:p>
            <a:pPr lvl="0"/>
            <a:r>
              <a:rPr lang="nb-NO" dirty="0"/>
              <a:t> </a:t>
            </a:r>
            <a:endParaRPr lang="en-US" dirty="0"/>
          </a:p>
        </p:txBody>
      </p:sp>
    </p:spTree>
    <p:extLst>
      <p:ext uri="{BB962C8B-B14F-4D97-AF65-F5344CB8AC3E}">
        <p14:creationId xmlns:p14="http://schemas.microsoft.com/office/powerpoint/2010/main" val="3705554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omt">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8BD289F-AA6B-4FB2-A81B-530238144847}"/>
              </a:ext>
            </a:extLst>
          </p:cNvPr>
          <p:cNvSpPr>
            <a:spLocks noGrp="1"/>
          </p:cNvSpPr>
          <p:nvPr>
            <p:ph type="ftr" sz="quarter" idx="11"/>
          </p:nvPr>
        </p:nvSpPr>
        <p:spPr/>
        <p:txBody>
          <a:bodyPr/>
          <a:lstStyle/>
          <a:p>
            <a:endParaRPr lang="nb-NO" dirty="0"/>
          </a:p>
        </p:txBody>
      </p:sp>
      <p:sp>
        <p:nvSpPr>
          <p:cNvPr id="7" name="Slide Number Placeholder 6">
            <a:extLst>
              <a:ext uri="{FF2B5EF4-FFF2-40B4-BE49-F238E27FC236}">
                <a16:creationId xmlns:a16="http://schemas.microsoft.com/office/drawing/2014/main" id="{5AD1492D-B242-4BDE-940A-6ED6C625F811}"/>
              </a:ext>
            </a:extLst>
          </p:cNvPr>
          <p:cNvSpPr>
            <a:spLocks noGrp="1"/>
          </p:cNvSpPr>
          <p:nvPr>
            <p:ph type="sldNum" sz="quarter" idx="12"/>
          </p:nvPr>
        </p:nvSpPr>
        <p:spPr/>
        <p:txBody>
          <a:bodyPr/>
          <a:lstStyle/>
          <a:p>
            <a:r>
              <a:rPr lang="en-US"/>
              <a:t>Side </a:t>
            </a:r>
            <a:fld id="{5251F420-7306-4E7C-A79E-F31A38F7D392}" type="slidenum">
              <a:rPr lang="en-US" smtClean="0"/>
              <a:pPr/>
              <a:t>‹#›</a:t>
            </a:fld>
            <a:endParaRPr lang="en-US" dirty="0"/>
          </a:p>
        </p:txBody>
      </p:sp>
    </p:spTree>
    <p:extLst>
      <p:ext uri="{BB962C8B-B14F-4D97-AF65-F5344CB8AC3E}">
        <p14:creationId xmlns:p14="http://schemas.microsoft.com/office/powerpoint/2010/main" val="474989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4432" y="-180924"/>
            <a:ext cx="10515600" cy="1325563"/>
          </a:xfrm>
          <a:prstGeom prst="rect">
            <a:avLst/>
          </a:prstGeom>
        </p:spPr>
        <p:txBody>
          <a:bodyPr vert="horz" lIns="0" tIns="0" rIns="0" bIns="0" rtlCol="0" anchor="t">
            <a:noAutofit/>
          </a:bodyPr>
          <a:lstStyle/>
          <a:p>
            <a:r>
              <a:rPr lang="nb-NO"/>
              <a:t>Klikk for å redigere tittelstil</a:t>
            </a:r>
            <a:endParaRPr lang="en-US" dirty="0"/>
          </a:p>
        </p:txBody>
      </p:sp>
      <p:sp>
        <p:nvSpPr>
          <p:cNvPr id="3" name="Text Placeholder 2"/>
          <p:cNvSpPr>
            <a:spLocks noGrp="1"/>
          </p:cNvSpPr>
          <p:nvPr>
            <p:ph type="body" idx="1"/>
          </p:nvPr>
        </p:nvSpPr>
        <p:spPr>
          <a:xfrm>
            <a:off x="382529" y="1711312"/>
            <a:ext cx="5563433" cy="4351338"/>
          </a:xfrm>
          <a:prstGeom prst="rect">
            <a:avLst/>
          </a:prstGeom>
        </p:spPr>
        <p:txBody>
          <a:bodyPr vert="horz" lIns="0" tIns="0" rIns="0" bIns="0" rtlCol="0">
            <a:no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dirty="0"/>
          </a:p>
        </p:txBody>
      </p:sp>
      <p:sp>
        <p:nvSpPr>
          <p:cNvPr id="4" name="Date Placeholder 3"/>
          <p:cNvSpPr>
            <a:spLocks noGrp="1"/>
          </p:cNvSpPr>
          <p:nvPr>
            <p:ph type="dt" sz="half" idx="2"/>
          </p:nvPr>
        </p:nvSpPr>
        <p:spPr>
          <a:xfrm>
            <a:off x="6096000" y="6263528"/>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1266367" y="6263528"/>
            <a:ext cx="599469" cy="365125"/>
          </a:xfrm>
          <a:prstGeom prst="rect">
            <a:avLst/>
          </a:prstGeom>
        </p:spPr>
        <p:txBody>
          <a:bodyPr vert="horz" lIns="91440" tIns="45720" rIns="91440" bIns="45720" rtlCol="0" anchor="ctr"/>
          <a:lstStyle>
            <a:lvl1pPr algn="r">
              <a:defRPr sz="750">
                <a:solidFill>
                  <a:srgbClr val="524B48"/>
                </a:solidFill>
              </a:defRPr>
            </a:lvl1pPr>
          </a:lstStyle>
          <a:p>
            <a:r>
              <a:rPr lang="en-US" dirty="0"/>
              <a:t>Side </a:t>
            </a:r>
            <a:fld id="{5251F420-7306-4E7C-A79E-F31A38F7D392}" type="slidenum">
              <a:rPr lang="en-US" smtClean="0"/>
              <a:pPr/>
              <a:t>‹#›</a:t>
            </a:fld>
            <a:endParaRPr lang="en-US" dirty="0"/>
          </a:p>
        </p:txBody>
      </p:sp>
      <p:pic>
        <p:nvPicPr>
          <p:cNvPr id="11" name="Graphic 10" descr="Logo Universitet i oslo">
            <a:extLst>
              <a:ext uri="{FF2B5EF4-FFF2-40B4-BE49-F238E27FC236}">
                <a16:creationId xmlns:a16="http://schemas.microsoft.com/office/drawing/2014/main" id="{C0E4FBEC-28F7-4C61-8732-186A1AAD3429}"/>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381001" y="6280142"/>
            <a:ext cx="1021262" cy="202980"/>
          </a:xfrm>
          <a:prstGeom prst="rect">
            <a:avLst/>
          </a:prstGeom>
        </p:spPr>
      </p:pic>
      <p:sp>
        <p:nvSpPr>
          <p:cNvPr id="9" name="Footer Placeholder 4">
            <a:extLst>
              <a:ext uri="{FF2B5EF4-FFF2-40B4-BE49-F238E27FC236}">
                <a16:creationId xmlns:a16="http://schemas.microsoft.com/office/drawing/2014/main" id="{45F9D6C5-6F73-4568-92A3-43149586B002}"/>
              </a:ext>
            </a:extLst>
          </p:cNvPr>
          <p:cNvSpPr>
            <a:spLocks noGrp="1"/>
          </p:cNvSpPr>
          <p:nvPr>
            <p:ph type="ftr" sz="quarter" idx="3"/>
          </p:nvPr>
        </p:nvSpPr>
        <p:spPr>
          <a:xfrm>
            <a:off x="1837732" y="6243181"/>
            <a:ext cx="1501215" cy="259232"/>
          </a:xfrm>
          <a:prstGeom prst="rect">
            <a:avLst/>
          </a:prstGeom>
        </p:spPr>
        <p:txBody>
          <a:bodyPr lIns="0" tIns="0" rIns="0" bIns="0" anchor="b"/>
          <a:lstStyle>
            <a:lvl1pPr algn="l">
              <a:defRPr sz="800">
                <a:solidFill>
                  <a:schemeClr val="tx1"/>
                </a:solidFill>
              </a:defRPr>
            </a:lvl1pPr>
          </a:lstStyle>
          <a:p>
            <a:endParaRPr lang="nb-NO" dirty="0"/>
          </a:p>
        </p:txBody>
      </p:sp>
      <p:sp>
        <p:nvSpPr>
          <p:cNvPr id="8" name="addin_colorpicker" hidden="1">
            <a:extLst>
              <a:ext uri="{FF2B5EF4-FFF2-40B4-BE49-F238E27FC236}">
                <a16:creationId xmlns:a16="http://schemas.microsoft.com/office/drawing/2014/main" id="{EC6BC642-49C3-4139-8F38-A96E75EE0920}"/>
              </a:ext>
            </a:extLst>
          </p:cNvPr>
          <p:cNvSpPr/>
          <p:nvPr userDrawn="1"/>
        </p:nvSpPr>
        <p:spPr>
          <a:xfrm>
            <a:off x="2486668" y="-1436292"/>
            <a:ext cx="2356794" cy="5218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a:t>addin_colorpicker</a:t>
            </a:r>
          </a:p>
        </p:txBody>
      </p:sp>
    </p:spTree>
    <p:extLst>
      <p:ext uri="{BB962C8B-B14F-4D97-AF65-F5344CB8AC3E}">
        <p14:creationId xmlns:p14="http://schemas.microsoft.com/office/powerpoint/2010/main" val="3392286848"/>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1" r:id="rId8"/>
    <p:sldLayoutId id="2147483720" r:id="rId9"/>
    <p:sldLayoutId id="2147483719" r:id="rId10"/>
    <p:sldLayoutId id="2147483701" r:id="rId11"/>
    <p:sldLayoutId id="2147483702" r:id="rId12"/>
    <p:sldLayoutId id="2147483704" r:id="rId13"/>
    <p:sldLayoutId id="2147483706" r:id="rId14"/>
    <p:sldLayoutId id="2147483716" r:id="rId15"/>
    <p:sldLayoutId id="2147483717" r:id="rId16"/>
    <p:sldLayoutId id="2147483713" r:id="rId17"/>
    <p:sldLayoutId id="2147483714" r:id="rId18"/>
    <p:sldLayoutId id="2147483709" r:id="rId19"/>
    <p:sldLayoutId id="2147483710" r:id="rId20"/>
    <p:sldLayoutId id="2147483711" r:id="rId21"/>
    <p:sldLayoutId id="2147483712" r:id="rId22"/>
    <p:sldLayoutId id="2147483707" r:id="rId23"/>
    <p:sldLayoutId id="2147483708" r:id="rId24"/>
    <p:sldLayoutId id="2147483715" r:id="rId25"/>
    <p:sldLayoutId id="2147483718" r:id="rId26"/>
  </p:sldLayoutIdLst>
  <p:hf hdr="0"/>
  <p:txStyles>
    <p:titleStyle>
      <a:lvl1pPr algn="l" defTabSz="914446" rtl="0" eaLnBrk="1" latinLnBrk="0" hangingPunct="1">
        <a:lnSpc>
          <a:spcPct val="90000"/>
        </a:lnSpc>
        <a:spcBef>
          <a:spcPct val="0"/>
        </a:spcBef>
        <a:buNone/>
        <a:defRPr sz="3500" kern="1200">
          <a:solidFill>
            <a:schemeClr val="tx1"/>
          </a:solidFill>
          <a:latin typeface="+mj-lt"/>
          <a:ea typeface="+mj-ea"/>
          <a:cs typeface="+mj-cs"/>
        </a:defRPr>
      </a:lvl1pPr>
    </p:titleStyle>
    <p:bodyStyle>
      <a:lvl1pPr marL="125438" indent="-125438" algn="l" defTabSz="914446" rtl="0" eaLnBrk="1" latinLnBrk="0" hangingPunct="1">
        <a:lnSpc>
          <a:spcPct val="100000"/>
        </a:lnSpc>
        <a:spcBef>
          <a:spcPts val="1150"/>
        </a:spcBef>
        <a:buFont typeface="Arial" panose="020B0604020202020204" pitchFamily="34" charset="0"/>
        <a:buChar char="•"/>
        <a:defRPr sz="1500" kern="1200">
          <a:solidFill>
            <a:schemeClr val="tx1"/>
          </a:solidFill>
          <a:latin typeface="+mn-lt"/>
          <a:ea typeface="+mn-ea"/>
          <a:cs typeface="+mn-cs"/>
        </a:defRPr>
      </a:lvl1pPr>
      <a:lvl2pPr marL="685834" indent="-228611" algn="l" defTabSz="914446" rtl="0" eaLnBrk="1" latinLnBrk="0" hangingPunct="1">
        <a:lnSpc>
          <a:spcPct val="100000"/>
        </a:lnSpc>
        <a:spcBef>
          <a:spcPts val="500"/>
        </a:spcBef>
        <a:buFont typeface="Arial" panose="020B0604020202020204" pitchFamily="34" charset="0"/>
        <a:buChar char="•"/>
        <a:defRPr sz="1500" kern="1200">
          <a:solidFill>
            <a:schemeClr val="tx1"/>
          </a:solidFill>
          <a:latin typeface="+mn-lt"/>
          <a:ea typeface="+mn-ea"/>
          <a:cs typeface="+mn-cs"/>
        </a:defRPr>
      </a:lvl2pPr>
      <a:lvl3pPr marL="1143057" indent="-228611" algn="l" defTabSz="914446" rtl="0" eaLnBrk="1" latinLnBrk="0" hangingPunct="1">
        <a:lnSpc>
          <a:spcPct val="100000"/>
        </a:lnSpc>
        <a:spcBef>
          <a:spcPts val="500"/>
        </a:spcBef>
        <a:buFont typeface="Arial" panose="020B0604020202020204" pitchFamily="34" charset="0"/>
        <a:buChar char="•"/>
        <a:defRPr sz="1500" kern="1200">
          <a:solidFill>
            <a:schemeClr val="tx1"/>
          </a:solidFill>
          <a:latin typeface="+mn-lt"/>
          <a:ea typeface="+mn-ea"/>
          <a:cs typeface="+mn-cs"/>
        </a:defRPr>
      </a:lvl3pPr>
      <a:lvl4pPr marL="1600280" indent="-228611" algn="l" defTabSz="914446" rtl="0" eaLnBrk="1" latinLnBrk="0" hangingPunct="1">
        <a:lnSpc>
          <a:spcPct val="100000"/>
        </a:lnSpc>
        <a:spcBef>
          <a:spcPts val="500"/>
        </a:spcBef>
        <a:buFont typeface="Arial" panose="020B0604020202020204" pitchFamily="34" charset="0"/>
        <a:buChar char="•"/>
        <a:defRPr sz="1500" kern="1200">
          <a:solidFill>
            <a:schemeClr val="tx1"/>
          </a:solidFill>
          <a:latin typeface="+mn-lt"/>
          <a:ea typeface="+mn-ea"/>
          <a:cs typeface="+mn-cs"/>
        </a:defRPr>
      </a:lvl4pPr>
      <a:lvl5pPr marL="2057503" indent="-228611" algn="l" defTabSz="914446" rtl="0" eaLnBrk="1" latinLnBrk="0" hangingPunct="1">
        <a:lnSpc>
          <a:spcPct val="100000"/>
        </a:lnSpc>
        <a:spcBef>
          <a:spcPts val="500"/>
        </a:spcBef>
        <a:buFont typeface="Arial" panose="020B0604020202020204" pitchFamily="34" charset="0"/>
        <a:buChar char="•"/>
        <a:defRPr sz="15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8"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1.jpeg"/><Relationship Id="rId4"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11.sv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4.jpg"/><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4.jpg"/><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11.sv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11.sv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hyperlink" Target="https://www.sciencedirect.com/science/article/abs/pii/S0022103120303607" TargetMode="External"/><Relationship Id="rId4" Type="http://schemas.openxmlformats.org/officeDocument/2006/relationships/image" Target="../media/image11.svg"/></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_rels/slide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47BEB34-BF47-47BB-8B35-A21F868F7B01}"/>
              </a:ext>
              <a:ext uri="{C183D7F6-B498-43B3-948B-1728B52AA6E4}">
                <adec:decorative xmlns:adec="http://schemas.microsoft.com/office/drawing/2017/decorative" val="1"/>
              </a:ext>
            </a:extLst>
          </p:cNvPr>
          <p:cNvSpPr>
            <a:spLocks noGrp="1"/>
          </p:cNvSpPr>
          <p:nvPr>
            <p:ph type="body" sz="quarter" idx="17"/>
          </p:nvPr>
        </p:nvSpPr>
        <p:spPr/>
        <p:txBody>
          <a:bodyPr/>
          <a:lstStyle/>
          <a:p>
            <a:endParaRPr lang="en-US" dirty="0"/>
          </a:p>
        </p:txBody>
      </p:sp>
      <p:sp>
        <p:nvSpPr>
          <p:cNvPr id="4" name="Title 3">
            <a:extLst>
              <a:ext uri="{FF2B5EF4-FFF2-40B4-BE49-F238E27FC236}">
                <a16:creationId xmlns:a16="http://schemas.microsoft.com/office/drawing/2014/main" id="{4B69AC09-2576-4FCC-A8E6-2B5767CC4EB3}"/>
              </a:ext>
            </a:extLst>
          </p:cNvPr>
          <p:cNvSpPr>
            <a:spLocks noGrp="1"/>
          </p:cNvSpPr>
          <p:nvPr>
            <p:ph type="title"/>
          </p:nvPr>
        </p:nvSpPr>
        <p:spPr>
          <a:xfrm>
            <a:off x="390825" y="2735823"/>
            <a:ext cx="5716962" cy="1547605"/>
          </a:xfrm>
        </p:spPr>
        <p:txBody>
          <a:bodyPr/>
          <a:lstStyle/>
          <a:p>
            <a:r>
              <a:rPr lang="en-US" sz="5000" dirty="0" err="1">
                <a:latin typeface="Century Schoolbook" panose="02040604050505020304" pitchFamily="18" charset="0"/>
                <a:cs typeface="Calibri" panose="020F0502020204030204" pitchFamily="34" charset="0"/>
              </a:rPr>
              <a:t>Exphil</a:t>
            </a:r>
            <a:r>
              <a:rPr lang="en-US" sz="5000" dirty="0">
                <a:latin typeface="Century Schoolbook" panose="02040604050505020304" pitchFamily="18" charset="0"/>
                <a:cs typeface="Calibri" panose="020F0502020204030204" pitchFamily="34" charset="0"/>
              </a:rPr>
              <a:t>:</a:t>
            </a:r>
            <a:br>
              <a:rPr lang="en-US" sz="5000" dirty="0">
                <a:latin typeface="Century Schoolbook" panose="02040604050505020304" pitchFamily="18" charset="0"/>
                <a:cs typeface="Calibri" panose="020F0502020204030204" pitchFamily="34" charset="0"/>
              </a:rPr>
            </a:br>
            <a:r>
              <a:rPr lang="en-US" sz="4000" dirty="0">
                <a:latin typeface="Century Schoolbook" panose="02040604050505020304" pitchFamily="18" charset="0"/>
                <a:cs typeface="Calibri" panose="020F0502020204030204" pitchFamily="34" charset="0"/>
              </a:rPr>
              <a:t>Er </a:t>
            </a:r>
            <a:r>
              <a:rPr lang="en-US" sz="4000" dirty="0" err="1">
                <a:latin typeface="Century Schoolbook" panose="02040604050505020304" pitchFamily="18" charset="0"/>
                <a:cs typeface="Calibri" panose="020F0502020204030204" pitchFamily="34" charset="0"/>
              </a:rPr>
              <a:t>følelser</a:t>
            </a:r>
            <a:r>
              <a:rPr lang="en-US" sz="4000" dirty="0">
                <a:latin typeface="Century Schoolbook" panose="02040604050505020304" pitchFamily="18" charset="0"/>
                <a:cs typeface="Calibri" panose="020F0502020204030204" pitchFamily="34" charset="0"/>
              </a:rPr>
              <a:t> </a:t>
            </a:r>
            <a:r>
              <a:rPr lang="en-US" sz="4000" dirty="0" err="1">
                <a:latin typeface="Century Schoolbook" panose="02040604050505020304" pitchFamily="18" charset="0"/>
                <a:cs typeface="Calibri" panose="020F0502020204030204" pitchFamily="34" charset="0"/>
              </a:rPr>
              <a:t>til</a:t>
            </a:r>
            <a:r>
              <a:rPr lang="en-US" sz="4000" dirty="0">
                <a:latin typeface="Century Schoolbook" panose="02040604050505020304" pitchFamily="18" charset="0"/>
                <a:cs typeface="Calibri" panose="020F0502020204030204" pitchFamily="34" charset="0"/>
              </a:rPr>
              <a:t> hinder for </a:t>
            </a:r>
            <a:r>
              <a:rPr lang="en-US" sz="4000" dirty="0" err="1">
                <a:latin typeface="Century Schoolbook" panose="02040604050505020304" pitchFamily="18" charset="0"/>
                <a:cs typeface="Calibri" panose="020F0502020204030204" pitchFamily="34" charset="0"/>
              </a:rPr>
              <a:t>kunnskap</a:t>
            </a:r>
            <a:r>
              <a:rPr lang="en-US" sz="4000" dirty="0">
                <a:latin typeface="Century Schoolbook" panose="02040604050505020304" pitchFamily="18" charset="0"/>
                <a:cs typeface="Calibri" panose="020F0502020204030204" pitchFamily="34" charset="0"/>
              </a:rPr>
              <a:t>?</a:t>
            </a:r>
          </a:p>
        </p:txBody>
      </p:sp>
      <p:sp>
        <p:nvSpPr>
          <p:cNvPr id="5" name="Subtitle 4">
            <a:extLst>
              <a:ext uri="{FF2B5EF4-FFF2-40B4-BE49-F238E27FC236}">
                <a16:creationId xmlns:a16="http://schemas.microsoft.com/office/drawing/2014/main" id="{EC03838C-DDE2-4698-9970-D6A16289A4E6}"/>
              </a:ext>
            </a:extLst>
          </p:cNvPr>
          <p:cNvSpPr>
            <a:spLocks noGrp="1"/>
          </p:cNvSpPr>
          <p:nvPr>
            <p:ph type="subTitle" idx="1"/>
          </p:nvPr>
        </p:nvSpPr>
        <p:spPr>
          <a:xfrm>
            <a:off x="379038" y="4939874"/>
            <a:ext cx="5716962" cy="620314"/>
          </a:xfrm>
        </p:spPr>
        <p:txBody>
          <a:bodyPr/>
          <a:lstStyle/>
          <a:p>
            <a:r>
              <a:rPr lang="en-US" dirty="0" err="1">
                <a:latin typeface="Century Schoolbook" panose="02040604050505020304" pitchFamily="18" charset="0"/>
              </a:rPr>
              <a:t>Foreleser</a:t>
            </a:r>
            <a:r>
              <a:rPr lang="en-US" dirty="0">
                <a:latin typeface="Century Schoolbook" panose="02040604050505020304" pitchFamily="18" charset="0"/>
              </a:rPr>
              <a:t>: Bjørn Torgrim Ramberg</a:t>
            </a:r>
          </a:p>
          <a:p>
            <a:r>
              <a:rPr lang="en-US" dirty="0">
                <a:latin typeface="Century Schoolbook" panose="02040604050505020304" pitchFamily="18" charset="0"/>
              </a:rPr>
              <a:t>PowerPoint: </a:t>
            </a:r>
            <a:r>
              <a:rPr lang="en-US" sz="1800" dirty="0" err="1">
                <a:latin typeface="Century Schoolbook" panose="02040604050505020304" pitchFamily="18" charset="0"/>
              </a:rPr>
              <a:t>Feroz</a:t>
            </a:r>
            <a:r>
              <a:rPr lang="en-US" sz="1800" dirty="0">
                <a:latin typeface="Century Schoolbook" panose="02040604050505020304" pitchFamily="18" charset="0"/>
              </a:rPr>
              <a:t> Mehmood Shah</a:t>
            </a:r>
          </a:p>
          <a:p>
            <a:endParaRPr lang="en-US" dirty="0">
              <a:latin typeface="Century Schoolbook" panose="02040604050505020304" pitchFamily="18" charset="0"/>
            </a:endParaRPr>
          </a:p>
          <a:p>
            <a:endParaRPr lang="en-US" dirty="0">
              <a:latin typeface="Century Schoolbook" panose="02040604050505020304" pitchFamily="18" charset="0"/>
            </a:endParaRPr>
          </a:p>
          <a:p>
            <a:endParaRPr lang="en-US" dirty="0">
              <a:latin typeface="Century Schoolbook" panose="02040604050505020304" pitchFamily="18" charset="0"/>
            </a:endParaRPr>
          </a:p>
        </p:txBody>
      </p:sp>
      <p:sp>
        <p:nvSpPr>
          <p:cNvPr id="6" name="Text Placeholder 5">
            <a:extLst>
              <a:ext uri="{FF2B5EF4-FFF2-40B4-BE49-F238E27FC236}">
                <a16:creationId xmlns:a16="http://schemas.microsoft.com/office/drawing/2014/main" id="{A411E9A3-CEF4-4AB6-BAA7-AAC9101C8C10}"/>
              </a:ext>
            </a:extLst>
          </p:cNvPr>
          <p:cNvSpPr>
            <a:spLocks noGrp="1"/>
          </p:cNvSpPr>
          <p:nvPr>
            <p:ph type="body" sz="quarter" idx="15"/>
          </p:nvPr>
        </p:nvSpPr>
        <p:spPr>
          <a:xfrm>
            <a:off x="390825" y="5620191"/>
            <a:ext cx="5716962" cy="226283"/>
          </a:xfrm>
        </p:spPr>
        <p:txBody>
          <a:bodyPr/>
          <a:lstStyle/>
          <a:p>
            <a:r>
              <a:rPr lang="en-US" sz="1900" dirty="0" err="1">
                <a:latin typeface="Century Schoolbook" panose="02040604050505020304" pitchFamily="18" charset="0"/>
              </a:rPr>
              <a:t>Institutt</a:t>
            </a:r>
            <a:r>
              <a:rPr lang="en-US" sz="1900" dirty="0">
                <a:latin typeface="Century Schoolbook" panose="02040604050505020304" pitchFamily="18" charset="0"/>
              </a:rPr>
              <a:t> for </a:t>
            </a:r>
            <a:r>
              <a:rPr lang="en-US" sz="1900" dirty="0" err="1">
                <a:latin typeface="Century Schoolbook" panose="02040604050505020304" pitchFamily="18" charset="0"/>
              </a:rPr>
              <a:t>filosofi</a:t>
            </a:r>
            <a:r>
              <a:rPr lang="en-US" sz="1900" dirty="0">
                <a:latin typeface="Century Schoolbook" panose="02040604050505020304" pitchFamily="18" charset="0"/>
              </a:rPr>
              <a:t>, </a:t>
            </a:r>
            <a:r>
              <a:rPr lang="en-US" sz="1900" dirty="0" err="1">
                <a:latin typeface="Century Schoolbook" panose="02040604050505020304" pitchFamily="18" charset="0"/>
              </a:rPr>
              <a:t>idé</a:t>
            </a:r>
            <a:r>
              <a:rPr lang="en-US" sz="1900" dirty="0">
                <a:latin typeface="Century Schoolbook" panose="02040604050505020304" pitchFamily="18" charset="0"/>
              </a:rPr>
              <a:t>- </a:t>
            </a:r>
            <a:r>
              <a:rPr lang="en-US" sz="1900" dirty="0" err="1">
                <a:latin typeface="Century Schoolbook" panose="02040604050505020304" pitchFamily="18" charset="0"/>
              </a:rPr>
              <a:t>og</a:t>
            </a:r>
            <a:r>
              <a:rPr lang="en-US" sz="1900" dirty="0">
                <a:latin typeface="Century Schoolbook" panose="02040604050505020304" pitchFamily="18" charset="0"/>
              </a:rPr>
              <a:t> </a:t>
            </a:r>
            <a:r>
              <a:rPr lang="en-US" sz="1900" dirty="0" err="1">
                <a:latin typeface="Century Schoolbook" panose="02040604050505020304" pitchFamily="18" charset="0"/>
              </a:rPr>
              <a:t>kunsthistorie</a:t>
            </a:r>
            <a:r>
              <a:rPr lang="en-US" sz="1900" dirty="0">
                <a:latin typeface="Century Schoolbook" panose="02040604050505020304" pitchFamily="18" charset="0"/>
              </a:rPr>
              <a:t> </a:t>
            </a:r>
            <a:r>
              <a:rPr lang="en-US" sz="1900" dirty="0" err="1">
                <a:latin typeface="Century Schoolbook" panose="02040604050505020304" pitchFamily="18" charset="0"/>
              </a:rPr>
              <a:t>og</a:t>
            </a:r>
            <a:r>
              <a:rPr lang="en-US" sz="1900" dirty="0">
                <a:latin typeface="Century Schoolbook" panose="02040604050505020304" pitchFamily="18" charset="0"/>
              </a:rPr>
              <a:t> </a:t>
            </a:r>
            <a:r>
              <a:rPr lang="en-US" sz="1900" dirty="0" err="1">
                <a:latin typeface="Century Schoolbook" panose="02040604050505020304" pitchFamily="18" charset="0"/>
              </a:rPr>
              <a:t>klassiske</a:t>
            </a:r>
            <a:r>
              <a:rPr lang="en-US" sz="1900" dirty="0">
                <a:latin typeface="Century Schoolbook" panose="02040604050505020304" pitchFamily="18" charset="0"/>
              </a:rPr>
              <a:t> </a:t>
            </a:r>
            <a:r>
              <a:rPr lang="en-US" sz="1900" dirty="0" err="1">
                <a:latin typeface="Century Schoolbook" panose="02040604050505020304" pitchFamily="18" charset="0"/>
              </a:rPr>
              <a:t>språk</a:t>
            </a:r>
            <a:endParaRPr lang="en-US" sz="1900" dirty="0">
              <a:latin typeface="Century Schoolbook" panose="02040604050505020304" pitchFamily="18" charset="0"/>
            </a:endParaRPr>
          </a:p>
        </p:txBody>
      </p:sp>
      <p:sp>
        <p:nvSpPr>
          <p:cNvPr id="8" name="Date Placeholder 7">
            <a:extLst>
              <a:ext uri="{FF2B5EF4-FFF2-40B4-BE49-F238E27FC236}">
                <a16:creationId xmlns:a16="http://schemas.microsoft.com/office/drawing/2014/main" id="{7271C1F9-245E-498A-BEED-031390971924}"/>
              </a:ext>
            </a:extLst>
          </p:cNvPr>
          <p:cNvSpPr>
            <a:spLocks noGrp="1"/>
          </p:cNvSpPr>
          <p:nvPr>
            <p:ph type="dt" sz="half" idx="10"/>
          </p:nvPr>
        </p:nvSpPr>
        <p:spPr/>
        <p:txBody>
          <a:bodyPr/>
          <a:lstStyle/>
          <a:p>
            <a:r>
              <a:rPr lang="en-US" dirty="0" err="1">
                <a:latin typeface="Century Schoolbook" panose="02040604050505020304" pitchFamily="18" charset="0"/>
              </a:rPr>
              <a:t>Høsten</a:t>
            </a:r>
            <a:r>
              <a:rPr lang="en-US" dirty="0">
                <a:latin typeface="Century Schoolbook" panose="02040604050505020304" pitchFamily="18" charset="0"/>
              </a:rPr>
              <a:t> 2024</a:t>
            </a:r>
          </a:p>
        </p:txBody>
      </p:sp>
      <p:sp>
        <p:nvSpPr>
          <p:cNvPr id="9" name="Text Placeholder 8">
            <a:extLst>
              <a:ext uri="{FF2B5EF4-FFF2-40B4-BE49-F238E27FC236}">
                <a16:creationId xmlns:a16="http://schemas.microsoft.com/office/drawing/2014/main" id="{B37711FA-5A22-4872-A804-70D0D3424DD9}"/>
              </a:ext>
              <a:ext uri="{C183D7F6-B498-43B3-948B-1728B52AA6E4}">
                <adec:decorative xmlns:adec="http://schemas.microsoft.com/office/drawing/2017/decorative" val="1"/>
              </a:ext>
            </a:extLst>
          </p:cNvPr>
          <p:cNvSpPr>
            <a:spLocks noGrp="1"/>
          </p:cNvSpPr>
          <p:nvPr>
            <p:ph type="body" sz="quarter" idx="14"/>
          </p:nvPr>
        </p:nvSpPr>
        <p:spPr>
          <a:xfrm>
            <a:off x="6420936"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p:spPr>
        <p:txBody>
          <a:bodyPr/>
          <a:lstStyle/>
          <a:p>
            <a:endParaRPr lang="en-US" dirty="0"/>
          </a:p>
        </p:txBody>
      </p:sp>
      <p:pic>
        <p:nvPicPr>
          <p:cNvPr id="11" name="Bilde 10">
            <a:extLst>
              <a:ext uri="{FF2B5EF4-FFF2-40B4-BE49-F238E27FC236}">
                <a16:creationId xmlns:a16="http://schemas.microsoft.com/office/drawing/2014/main" id="{1E5BFA10-9DCB-154E-B376-10E64DCCA02D}"/>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58159" y="0"/>
            <a:ext cx="4733841" cy="6858000"/>
          </a:xfrm>
          <a:prstGeom prst="rect">
            <a:avLst/>
          </a:prstGeom>
        </p:spPr>
      </p:pic>
    </p:spTree>
    <p:extLst>
      <p:ext uri="{BB962C8B-B14F-4D97-AF65-F5344CB8AC3E}">
        <p14:creationId xmlns:p14="http://schemas.microsoft.com/office/powerpoint/2010/main" val="3484715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fontScale="90000"/>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Oversikt over forelesningen</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fontScale="92500" lnSpcReduction="10000"/>
          </a:bodyPr>
          <a:lstStyle/>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Del 1: Motivasjonen</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i="1" dirty="0">
                <a:latin typeface="Century Schoolbook" panose="02040604050505020304" pitchFamily="18" charset="0"/>
              </a:rPr>
              <a:t>Hvilken diskusjon griper Jaggar inn i?</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Del 2: Emosjoner</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i="1" dirty="0">
                <a:latin typeface="Century Schoolbook" panose="02040604050505020304" pitchFamily="18" charset="0"/>
              </a:rPr>
              <a:t>Hvordan forstår Jaggar emosjoner?</a:t>
            </a:r>
            <a:endParaRPr lang="nb-NO" sz="2500" dirty="0">
              <a:latin typeface="Century Schoolbook" panose="02040604050505020304" pitchFamily="18" charset="0"/>
            </a:endParaRP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Del 3: Epistemologi</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i="1" dirty="0">
                <a:latin typeface="Century Schoolbook" panose="02040604050505020304" pitchFamily="18" charset="0"/>
              </a:rPr>
              <a:t>Hvilken betydning har emosjoner for hvordan vi danner kunnskap?</a:t>
            </a:r>
          </a:p>
        </p:txBody>
      </p:sp>
      <p:pic>
        <p:nvPicPr>
          <p:cNvPr id="4" name="Bilde 3">
            <a:extLst>
              <a:ext uri="{FF2B5EF4-FFF2-40B4-BE49-F238E27FC236}">
                <a16:creationId xmlns:a16="http://schemas.microsoft.com/office/drawing/2014/main" id="{9F9E4B3B-CD78-3B3B-047A-59E6DC7462C7}"/>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5" name="TekstSylinder 4">
            <a:extLst>
              <a:ext uri="{FF2B5EF4-FFF2-40B4-BE49-F238E27FC236}">
                <a16:creationId xmlns:a16="http://schemas.microsoft.com/office/drawing/2014/main" id="{2A359CCE-F0EF-0F82-527C-7F8A378CC611}"/>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2016847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xEl>
                                              <p:pRg st="9" end="9"/>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5" y="1254296"/>
            <a:ext cx="6953823" cy="33239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7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Del 1: </a:t>
            </a:r>
          </a:p>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nb-NO" sz="7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endParaRP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7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Motivasjonen</a:t>
            </a:r>
          </a:p>
        </p:txBody>
      </p:sp>
      <p:pic>
        <p:nvPicPr>
          <p:cNvPr id="2" name="Bilde 1">
            <a:extLst>
              <a:ext uri="{FF2B5EF4-FFF2-40B4-BE49-F238E27FC236}">
                <a16:creationId xmlns:a16="http://schemas.microsoft.com/office/drawing/2014/main" id="{B21074DC-35C1-5E47-5F51-65B272D7796E}"/>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AF2FBA77-7AED-A960-EA99-5F1E290A62A1}"/>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2847985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Allison </a:t>
            </a:r>
            <a:r>
              <a:rPr kumimoji="0" lang="nb-NO" sz="5000" b="0" i="0" u="none" strike="noStrike" kern="1200" cap="none" spc="0" normalizeH="0" baseline="0" noProof="0" dirty="0" err="1">
                <a:ln>
                  <a:noFill/>
                </a:ln>
                <a:solidFill>
                  <a:schemeClr val="tx1"/>
                </a:solidFill>
                <a:effectLst/>
                <a:uLnTx/>
                <a:uFillTx/>
                <a:latin typeface="Century Schoolbook" panose="02040604050505020304" pitchFamily="18" charset="0"/>
                <a:ea typeface="Geneva" panose="020B0503030404040204" pitchFamily="34" charset="0"/>
                <a:cs typeface="+mn-cs"/>
              </a:rPr>
              <a:t>Jaggar</a:t>
            </a: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 (1942–)</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fontScale="92500" lnSpcReduction="10000"/>
          </a:bodyPr>
          <a:lstStyle/>
          <a:p>
            <a:pPr marL="342900" indent="-342900">
              <a:buFont typeface="Arial" panose="020B0604020202020204" pitchFamily="34" charset="0"/>
              <a:buChar char="•"/>
            </a:pPr>
            <a:r>
              <a:rPr lang="nb-NO" sz="2500" dirty="0">
                <a:latin typeface="Century Schoolbook" panose="02040604050505020304" pitchFamily="18" charset="0"/>
              </a:rPr>
              <a:t>Amerikansk filosof.</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Var med å grunnlegge </a:t>
            </a:r>
            <a:r>
              <a:rPr lang="nb-NO" sz="2500" i="1" dirty="0" err="1">
                <a:latin typeface="Century Schoolbook" panose="02040604050505020304" pitchFamily="18" charset="0"/>
              </a:rPr>
              <a:t>Society</a:t>
            </a:r>
            <a:r>
              <a:rPr lang="nb-NO" sz="2500" i="1" dirty="0">
                <a:latin typeface="Century Schoolbook" panose="02040604050505020304" pitchFamily="18" charset="0"/>
              </a:rPr>
              <a:t> for </a:t>
            </a:r>
            <a:r>
              <a:rPr lang="nb-NO" sz="2500" i="1" dirty="0" err="1">
                <a:latin typeface="Century Schoolbook" panose="02040604050505020304" pitchFamily="18" charset="0"/>
              </a:rPr>
              <a:t>Women</a:t>
            </a:r>
            <a:r>
              <a:rPr lang="nb-NO" sz="2500" i="1" dirty="0">
                <a:latin typeface="Century Schoolbook" panose="02040604050505020304" pitchFamily="18" charset="0"/>
              </a:rPr>
              <a:t> in </a:t>
            </a:r>
            <a:r>
              <a:rPr lang="nb-NO" sz="2500" i="1" dirty="0" err="1">
                <a:latin typeface="Century Schoolbook" panose="02040604050505020304" pitchFamily="18" charset="0"/>
              </a:rPr>
              <a:t>Philosophy</a:t>
            </a:r>
            <a:r>
              <a:rPr lang="nb-NO" sz="2500" dirty="0">
                <a:latin typeface="Century Schoolbook" panose="02040604050505020304" pitchFamily="18" charset="0"/>
              </a:rPr>
              <a:t> i 1972.</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Et hovedverk: </a:t>
            </a:r>
            <a:r>
              <a:rPr lang="nb-NO" sz="2500" i="1" dirty="0">
                <a:latin typeface="Century Schoolbook" panose="02040604050505020304" pitchFamily="18" charset="0"/>
              </a:rPr>
              <a:t>Feminist </a:t>
            </a:r>
            <a:r>
              <a:rPr lang="nb-NO" sz="2500" i="1" dirty="0" err="1">
                <a:latin typeface="Century Schoolbook" panose="02040604050505020304" pitchFamily="18" charset="0"/>
              </a:rPr>
              <a:t>politics</a:t>
            </a:r>
            <a:r>
              <a:rPr lang="nb-NO" sz="2500" i="1" dirty="0">
                <a:latin typeface="Century Schoolbook" panose="02040604050505020304" pitchFamily="18" charset="0"/>
              </a:rPr>
              <a:t> and human nature</a:t>
            </a:r>
            <a:r>
              <a:rPr lang="nb-NO" sz="2500" dirty="0">
                <a:latin typeface="Century Schoolbook" panose="02040604050505020304" pitchFamily="18" charset="0"/>
              </a:rPr>
              <a:t> (1983).</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Viktig bidrag til feministisk utvikling av politisk filosofi og epistemologi.</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Vi leser </a:t>
            </a:r>
            <a:r>
              <a:rPr lang="nb-NO" sz="2500" i="1" dirty="0">
                <a:latin typeface="Century Schoolbook" panose="02040604050505020304" pitchFamily="18" charset="0"/>
              </a:rPr>
              <a:t>Kjærlighet og kunnskap: emosjoner i feministisk epistemologi</a:t>
            </a:r>
            <a:r>
              <a:rPr lang="nb-NO" sz="2500" dirty="0">
                <a:latin typeface="Century Schoolbook" panose="02040604050505020304" pitchFamily="18" charset="0"/>
              </a:rPr>
              <a:t> (1989)</a:t>
            </a:r>
          </a:p>
        </p:txBody>
      </p:sp>
      <p:pic>
        <p:nvPicPr>
          <p:cNvPr id="2" name="Bilde 1">
            <a:extLst>
              <a:ext uri="{FF2B5EF4-FFF2-40B4-BE49-F238E27FC236}">
                <a16:creationId xmlns:a16="http://schemas.microsoft.com/office/drawing/2014/main" id="{C16E40D8-8DAC-406F-52B4-FB211C905CB4}"/>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AB319155-326C-DDDF-0716-46D646E1295A}"/>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2092128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Allison </a:t>
            </a:r>
            <a:r>
              <a:rPr kumimoji="0" lang="nb-NO" sz="5000" b="0" i="0" u="none" strike="noStrike" kern="1200" cap="none" spc="0" normalizeH="0" baseline="0" noProof="0" dirty="0" err="1">
                <a:ln>
                  <a:noFill/>
                </a:ln>
                <a:solidFill>
                  <a:schemeClr val="tx1"/>
                </a:solidFill>
                <a:effectLst/>
                <a:uLnTx/>
                <a:uFillTx/>
                <a:latin typeface="Century Schoolbook" panose="02040604050505020304" pitchFamily="18" charset="0"/>
                <a:ea typeface="Geneva" panose="020B0503030404040204" pitchFamily="34" charset="0"/>
                <a:cs typeface="+mn-cs"/>
              </a:rPr>
              <a:t>Jaggar</a:t>
            </a: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 (1942–)</a:t>
            </a:r>
          </a:p>
        </p:txBody>
      </p:sp>
      <p:sp>
        <p:nvSpPr>
          <p:cNvPr id="16" name="TekstSylinder 15">
            <a:extLst>
              <a:ext uri="{FF2B5EF4-FFF2-40B4-BE49-F238E27FC236}">
                <a16:creationId xmlns:a16="http://schemas.microsoft.com/office/drawing/2014/main" id="{55BD86A2-D9C2-4D48-A166-A1D23B77BA97}"/>
              </a:ext>
              <a:ext uri="{C183D7F6-B498-43B3-948B-1728B52AA6E4}">
                <adec:decorative xmlns:adec="http://schemas.microsoft.com/office/drawing/2017/decorative" val="0"/>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Det overordnede spørsmålet:</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Hvilken funksjon har emosjoner i utviklingen av kunnskap?</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Er emosjoner noe som skal settes til side når vi bedriver undersøkelser?</a:t>
            </a:r>
          </a:p>
          <a:p>
            <a:pPr marL="342900" indent="-342900">
              <a:buFont typeface="Arial" panose="020B0604020202020204" pitchFamily="34" charset="0"/>
              <a:buChar char="•"/>
            </a:pPr>
            <a:endParaRPr lang="nb-NO" sz="2500" dirty="0">
              <a:latin typeface="Century Schoolbook" panose="02040604050505020304" pitchFamily="18" charset="0"/>
            </a:endParaRPr>
          </a:p>
        </p:txBody>
      </p:sp>
      <p:pic>
        <p:nvPicPr>
          <p:cNvPr id="2" name="Bilde 1">
            <a:extLst>
              <a:ext uri="{FF2B5EF4-FFF2-40B4-BE49-F238E27FC236}">
                <a16:creationId xmlns:a16="http://schemas.microsoft.com/office/drawing/2014/main" id="{C16E40D8-8DAC-406F-52B4-FB211C905CB4}"/>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2C4E6EAB-48FE-8C25-707F-E4479F60E4E2}"/>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2267703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Argumentets gang</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lnSpcReduction="10000"/>
          </a:bodyPr>
          <a:lstStyle/>
          <a:p>
            <a:pPr marL="342900" indent="-342900">
              <a:buFont typeface="Arial" panose="020B0604020202020204" pitchFamily="34" charset="0"/>
              <a:buChar char="•"/>
            </a:pPr>
            <a:r>
              <a:rPr lang="nb-NO" sz="2500" dirty="0">
                <a:latin typeface="Century Schoolbook" panose="02040604050505020304" pitchFamily="18" charset="0"/>
              </a:rPr>
              <a:t>Å svare på spørsmålet viser seg å bli komplisert.</a:t>
            </a:r>
            <a:br>
              <a:rPr lang="nb-NO" sz="2500" dirty="0">
                <a:latin typeface="Century Schoolbook" panose="02040604050505020304" pitchFamily="18" charset="0"/>
              </a:rPr>
            </a:b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Først tegnes et bredt historisk bilde.</a:t>
            </a:r>
            <a:br>
              <a:rPr lang="nb-NO" sz="2500" dirty="0">
                <a:latin typeface="Century Schoolbook" panose="02040604050505020304" pitchFamily="18" charset="0"/>
              </a:rPr>
            </a:b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Deretter stilles en samfunnsdiagnose.</a:t>
            </a:r>
            <a:br>
              <a:rPr lang="nb-NO" sz="2500" dirty="0">
                <a:latin typeface="Century Schoolbook" panose="02040604050505020304" pitchFamily="18" charset="0"/>
              </a:rPr>
            </a:b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Vi får en analyse av begrepet om emosjoner.</a:t>
            </a:r>
            <a:br>
              <a:rPr lang="nb-NO" sz="2500" dirty="0">
                <a:latin typeface="Century Schoolbook" panose="02040604050505020304" pitchFamily="18" charset="0"/>
              </a:rPr>
            </a:b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Endelig kan vi prøve å besvare spørsmålet om emosjonenes funksjon.</a:t>
            </a:r>
          </a:p>
        </p:txBody>
      </p:sp>
      <p:pic>
        <p:nvPicPr>
          <p:cNvPr id="2" name="Bilde 1">
            <a:extLst>
              <a:ext uri="{FF2B5EF4-FFF2-40B4-BE49-F238E27FC236}">
                <a16:creationId xmlns:a16="http://schemas.microsoft.com/office/drawing/2014/main" id="{C16E40D8-8DAC-406F-52B4-FB211C905CB4}"/>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47A75FAD-5DBF-B7B9-D874-EF13546B8512}"/>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3124095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Argumentets gang</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fontScale="92500"/>
          </a:bodyPr>
          <a:lstStyle/>
          <a:p>
            <a:pPr marL="342900" indent="-342900">
              <a:buFont typeface="Arial" panose="020B0604020202020204" pitchFamily="34" charset="0"/>
              <a:buChar char="•"/>
            </a:pPr>
            <a:r>
              <a:rPr lang="nb-NO" sz="2500" dirty="0">
                <a:latin typeface="Century Schoolbook" panose="02040604050505020304" pitchFamily="18" charset="0"/>
              </a:rPr>
              <a:t>Hvorfor slik en omstendelig rute?</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Fordi Jaggar argumenterer for at vårt møte med begreper som kunnskap og emosjoner formes av den verden vi lever i.</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Vi er omringet av myter og historier som er med på å legge betingelsene for hvordan kunnskap blir til.</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Og disse mytene er ofte usynlige, og nærmest stilltiende akseptert av majoriteten.</a:t>
            </a:r>
          </a:p>
        </p:txBody>
      </p:sp>
      <p:pic>
        <p:nvPicPr>
          <p:cNvPr id="2" name="Bilde 1">
            <a:extLst>
              <a:ext uri="{FF2B5EF4-FFF2-40B4-BE49-F238E27FC236}">
                <a16:creationId xmlns:a16="http://schemas.microsoft.com/office/drawing/2014/main" id="{C16E40D8-8DAC-406F-52B4-FB211C905CB4}"/>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601EC74F-98FA-F918-7A84-BDADFD561DBD}"/>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2228331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Fornuftens forrang</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fontScale="92500" lnSpcReduction="20000"/>
          </a:bodyPr>
          <a:lstStyle/>
          <a:p>
            <a:pPr marL="342900" indent="-342900">
              <a:buFont typeface="Arial" panose="020B0604020202020204" pitchFamily="34" charset="0"/>
              <a:buChar char="•"/>
            </a:pPr>
            <a:r>
              <a:rPr lang="nb-NO" sz="2500" dirty="0">
                <a:latin typeface="Century Schoolbook" panose="02040604050505020304" pitchFamily="18" charset="0"/>
              </a:rPr>
              <a:t>Én slik myte som preger oss er myten om fornuftens forrang:</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«I den vestlige filosofiske tradisjonen har emosjoner som regel blitt betraktet som potensielt eller faktisk undergravende for kunnskap.» (Jaggar 2021, 132)</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Denne myten består av minst to deler:</a:t>
            </a:r>
            <a:br>
              <a:rPr lang="nb-NO" sz="2500" dirty="0">
                <a:latin typeface="Century Schoolbook" panose="02040604050505020304" pitchFamily="18" charset="0"/>
              </a:rPr>
            </a:b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Et skarpt skille (en dikotomi) mellom fornuft og emosjoner.</a:t>
            </a:r>
            <a:br>
              <a:rPr lang="nb-NO" sz="2500" dirty="0">
                <a:latin typeface="Century Schoolbook" panose="02040604050505020304" pitchFamily="18" charset="0"/>
              </a:rPr>
            </a:b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En prioritering av fornuften på bekostning av emosjonene.</a:t>
            </a:r>
          </a:p>
        </p:txBody>
      </p:sp>
      <p:pic>
        <p:nvPicPr>
          <p:cNvPr id="2" name="Bilde 1">
            <a:extLst>
              <a:ext uri="{FF2B5EF4-FFF2-40B4-BE49-F238E27FC236}">
                <a16:creationId xmlns:a16="http://schemas.microsoft.com/office/drawing/2014/main" id="{AE644A7D-8B79-5EE8-E729-2988B7CE06D0}"/>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E593E561-43E4-C3CC-C160-B6EA56106D45}"/>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3481866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8532306"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Det historiske bildet I</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9053409"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«For grekerne var skillet mellom fornuft og emosjon derfor ikke absolutt. I stedet ble emosjonene sett på som det som sørget for den uunnværlige drivkraften, som igjen måtte kanaliseres på en hensiktsmessig måte.» (Jaggar 2021, 132)</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Emosjoner som sinne, lyst, frykt, avsky, overraskelse eller glede er viktige fordi de motiverer menneskelige handlinger.</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Men de må tøyles og beherskes av fornuften.</a:t>
            </a:r>
          </a:p>
        </p:txBody>
      </p:sp>
      <p:pic>
        <p:nvPicPr>
          <p:cNvPr id="8" name="Bilde 7">
            <a:extLst>
              <a:ext uri="{FF2B5EF4-FFF2-40B4-BE49-F238E27FC236}">
                <a16:creationId xmlns:a16="http://schemas.microsoft.com/office/drawing/2014/main" id="{88F08BC2-5CB8-A0E2-E5D1-79A89BFCFA1B}"/>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57742" y="0"/>
            <a:ext cx="2634258" cy="6858000"/>
          </a:xfrm>
          <a:prstGeom prst="rect">
            <a:avLst/>
          </a:prstGeom>
        </p:spPr>
      </p:pic>
      <p:sp>
        <p:nvSpPr>
          <p:cNvPr id="12" name="TekstSylinder 11">
            <a:extLst>
              <a:ext uri="{FF2B5EF4-FFF2-40B4-BE49-F238E27FC236}">
                <a16:creationId xmlns:a16="http://schemas.microsoft.com/office/drawing/2014/main" id="{3A3A769F-8154-BB38-A5E9-9A9A43BBC186}"/>
              </a:ext>
              <a:ext uri="{C183D7F6-B498-43B3-948B-1728B52AA6E4}">
                <adec:decorative xmlns:adec="http://schemas.microsoft.com/office/drawing/2017/decorative" val="1"/>
              </a:ext>
            </a:extLst>
          </p:cNvPr>
          <p:cNvSpPr txBox="1"/>
          <p:nvPr/>
        </p:nvSpPr>
        <p:spPr>
          <a:xfrm>
            <a:off x="5686792" y="6563906"/>
            <a:ext cx="2821157" cy="276999"/>
          </a:xfrm>
          <a:prstGeom prst="rect">
            <a:avLst/>
          </a:prstGeom>
          <a:noFill/>
        </p:spPr>
        <p:txBody>
          <a:bodyPr wrap="none" rtlCol="0">
            <a:spAutoFit/>
          </a:bodyPr>
          <a:lstStyle/>
          <a:p>
            <a:r>
              <a:rPr lang="nb-NO" sz="1200" dirty="0">
                <a:solidFill>
                  <a:schemeClr val="bg1"/>
                </a:solidFill>
              </a:rPr>
              <a:t>Foto: Dipylon </a:t>
            </a:r>
            <a:r>
              <a:rPr lang="nb-NO" sz="1200" dirty="0" err="1">
                <a:solidFill>
                  <a:schemeClr val="bg1"/>
                </a:solidFill>
              </a:rPr>
              <a:t>Amphora</a:t>
            </a:r>
            <a:r>
              <a:rPr lang="nb-NO" sz="1200" dirty="0">
                <a:solidFill>
                  <a:schemeClr val="bg1"/>
                </a:solidFill>
              </a:rPr>
              <a:t>, Penn Museum</a:t>
            </a:r>
          </a:p>
        </p:txBody>
      </p:sp>
    </p:spTree>
    <p:extLst>
      <p:ext uri="{BB962C8B-B14F-4D97-AF65-F5344CB8AC3E}">
        <p14:creationId xmlns:p14="http://schemas.microsoft.com/office/powerpoint/2010/main" val="2395654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390589"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Det historiske bildet II</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«Kontrasten mellom fornuft og emosjon ble skjerpet på 1600-tallet, gjennom redefineringen av fornuften som en rent instrumentell evne. [...] Med den moderne vitenskaps fremvekst ble naturens og verdienes sfære skilt fra hverandre; naturen ble fratatt verdi og gjenoppfunnet som en livløs mekanisme uten innebygd verdi» (Jaggar 2021, 132–133)</a:t>
            </a:r>
          </a:p>
        </p:txBody>
      </p:sp>
      <p:pic>
        <p:nvPicPr>
          <p:cNvPr id="4" name="Bilde 3">
            <a:extLst>
              <a:ext uri="{FF2B5EF4-FFF2-40B4-BE49-F238E27FC236}">
                <a16:creationId xmlns:a16="http://schemas.microsoft.com/office/drawing/2014/main" id="{95712792-9CC8-4890-9149-6E62B77BA82C}"/>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17287" r="30751"/>
          <a:stretch/>
        </p:blipFill>
        <p:spPr>
          <a:xfrm>
            <a:off x="7458157" y="1"/>
            <a:ext cx="4733844" cy="6857999"/>
          </a:xfrm>
          <a:prstGeom prst="rect">
            <a:avLst/>
          </a:prstGeom>
        </p:spPr>
      </p:pic>
      <p:sp>
        <p:nvSpPr>
          <p:cNvPr id="6" name="TekstSylinder 5">
            <a:extLst>
              <a:ext uri="{FF2B5EF4-FFF2-40B4-BE49-F238E27FC236}">
                <a16:creationId xmlns:a16="http://schemas.microsoft.com/office/drawing/2014/main" id="{C2768EBE-0C77-790D-A64B-73141C2A3039}"/>
              </a:ext>
              <a:ext uri="{C183D7F6-B498-43B3-948B-1728B52AA6E4}">
                <adec:decorative xmlns:adec="http://schemas.microsoft.com/office/drawing/2017/decorative" val="1"/>
              </a:ext>
            </a:extLst>
          </p:cNvPr>
          <p:cNvSpPr txBox="1"/>
          <p:nvPr/>
        </p:nvSpPr>
        <p:spPr>
          <a:xfrm>
            <a:off x="2067867" y="6563906"/>
            <a:ext cx="4322722" cy="276999"/>
          </a:xfrm>
          <a:prstGeom prst="rect">
            <a:avLst/>
          </a:prstGeom>
          <a:noFill/>
        </p:spPr>
        <p:txBody>
          <a:bodyPr wrap="none" rtlCol="0">
            <a:spAutoFit/>
          </a:bodyPr>
          <a:lstStyle/>
          <a:p>
            <a:r>
              <a:rPr lang="nb-NO" sz="1200" dirty="0">
                <a:solidFill>
                  <a:schemeClr val="bg1"/>
                </a:solidFill>
              </a:rPr>
              <a:t>Foto: Rembrandt – The </a:t>
            </a:r>
            <a:r>
              <a:rPr lang="nb-NO" sz="1200" dirty="0" err="1">
                <a:solidFill>
                  <a:schemeClr val="bg1"/>
                </a:solidFill>
              </a:rPr>
              <a:t>Anatomy</a:t>
            </a:r>
            <a:r>
              <a:rPr lang="nb-NO" sz="1200" dirty="0">
                <a:solidFill>
                  <a:schemeClr val="bg1"/>
                </a:solidFill>
              </a:rPr>
              <a:t> </a:t>
            </a:r>
            <a:r>
              <a:rPr lang="nb-NO" sz="1200" dirty="0" err="1">
                <a:solidFill>
                  <a:schemeClr val="bg1"/>
                </a:solidFill>
              </a:rPr>
              <a:t>Lesson</a:t>
            </a:r>
            <a:r>
              <a:rPr lang="nb-NO" sz="1200" dirty="0">
                <a:solidFill>
                  <a:schemeClr val="bg1"/>
                </a:solidFill>
              </a:rPr>
              <a:t> </a:t>
            </a:r>
            <a:r>
              <a:rPr lang="nb-NO" sz="1200" dirty="0" err="1">
                <a:solidFill>
                  <a:schemeClr val="bg1"/>
                </a:solidFill>
              </a:rPr>
              <a:t>of</a:t>
            </a:r>
            <a:r>
              <a:rPr lang="nb-NO" sz="1200" dirty="0">
                <a:solidFill>
                  <a:schemeClr val="bg1"/>
                </a:solidFill>
              </a:rPr>
              <a:t> Dr. </a:t>
            </a:r>
            <a:r>
              <a:rPr lang="nb-NO" sz="1200" dirty="0" err="1">
                <a:solidFill>
                  <a:schemeClr val="bg1"/>
                </a:solidFill>
              </a:rPr>
              <a:t>Nicolaes</a:t>
            </a:r>
            <a:r>
              <a:rPr lang="nb-NO" sz="1200" dirty="0">
                <a:solidFill>
                  <a:schemeClr val="bg1"/>
                </a:solidFill>
              </a:rPr>
              <a:t> </a:t>
            </a:r>
            <a:r>
              <a:rPr lang="nb-NO" sz="1200" dirty="0" err="1">
                <a:solidFill>
                  <a:schemeClr val="bg1"/>
                </a:solidFill>
              </a:rPr>
              <a:t>Tulp</a:t>
            </a:r>
            <a:endParaRPr lang="nb-NO" sz="1200" dirty="0">
              <a:solidFill>
                <a:schemeClr val="bg1"/>
              </a:solidFill>
            </a:endParaRPr>
          </a:p>
        </p:txBody>
      </p:sp>
    </p:spTree>
    <p:extLst>
      <p:ext uri="{BB962C8B-B14F-4D97-AF65-F5344CB8AC3E}">
        <p14:creationId xmlns:p14="http://schemas.microsoft.com/office/powerpoint/2010/main" val="4269253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390589"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Det historiske bildet II</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Verden var i seg selv uten verdi.</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Verdi er en funksjon av våre emosjonelle responser.</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Fornuften er adskilt fra disse, og er et logisk instrument for å trekke slutninger.</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Emosjoner blir forstått som «lidenskaper», noe som skjer med oss.</a:t>
            </a:r>
          </a:p>
        </p:txBody>
      </p:sp>
      <p:pic>
        <p:nvPicPr>
          <p:cNvPr id="4" name="Bilde 3">
            <a:extLst>
              <a:ext uri="{FF2B5EF4-FFF2-40B4-BE49-F238E27FC236}">
                <a16:creationId xmlns:a16="http://schemas.microsoft.com/office/drawing/2014/main" id="{95712792-9CC8-4890-9149-6E62B77BA82C}"/>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17287" r="30751"/>
          <a:stretch/>
        </p:blipFill>
        <p:spPr>
          <a:xfrm>
            <a:off x="7458157" y="1"/>
            <a:ext cx="4733844" cy="6857999"/>
          </a:xfrm>
          <a:prstGeom prst="rect">
            <a:avLst/>
          </a:prstGeom>
        </p:spPr>
      </p:pic>
      <p:sp>
        <p:nvSpPr>
          <p:cNvPr id="3" name="TekstSylinder 2">
            <a:extLst>
              <a:ext uri="{FF2B5EF4-FFF2-40B4-BE49-F238E27FC236}">
                <a16:creationId xmlns:a16="http://schemas.microsoft.com/office/drawing/2014/main" id="{37751E3C-A401-88BA-97B0-1C1DFFCBD37B}"/>
              </a:ext>
              <a:ext uri="{C183D7F6-B498-43B3-948B-1728B52AA6E4}">
                <adec:decorative xmlns:adec="http://schemas.microsoft.com/office/drawing/2017/decorative" val="1"/>
              </a:ext>
            </a:extLst>
          </p:cNvPr>
          <p:cNvSpPr txBox="1"/>
          <p:nvPr/>
        </p:nvSpPr>
        <p:spPr>
          <a:xfrm>
            <a:off x="2067867" y="6563906"/>
            <a:ext cx="4322722" cy="276999"/>
          </a:xfrm>
          <a:prstGeom prst="rect">
            <a:avLst/>
          </a:prstGeom>
          <a:noFill/>
        </p:spPr>
        <p:txBody>
          <a:bodyPr wrap="none" rtlCol="0">
            <a:spAutoFit/>
          </a:bodyPr>
          <a:lstStyle/>
          <a:p>
            <a:r>
              <a:rPr lang="nb-NO" sz="1200" dirty="0">
                <a:solidFill>
                  <a:schemeClr val="bg1"/>
                </a:solidFill>
              </a:rPr>
              <a:t>Foto: Rembrandt – The </a:t>
            </a:r>
            <a:r>
              <a:rPr lang="nb-NO" sz="1200" dirty="0" err="1">
                <a:solidFill>
                  <a:schemeClr val="bg1"/>
                </a:solidFill>
              </a:rPr>
              <a:t>Anatomy</a:t>
            </a:r>
            <a:r>
              <a:rPr lang="nb-NO" sz="1200" dirty="0">
                <a:solidFill>
                  <a:schemeClr val="bg1"/>
                </a:solidFill>
              </a:rPr>
              <a:t> </a:t>
            </a:r>
            <a:r>
              <a:rPr lang="nb-NO" sz="1200" dirty="0" err="1">
                <a:solidFill>
                  <a:schemeClr val="bg1"/>
                </a:solidFill>
              </a:rPr>
              <a:t>Lesson</a:t>
            </a:r>
            <a:r>
              <a:rPr lang="nb-NO" sz="1200" dirty="0">
                <a:solidFill>
                  <a:schemeClr val="bg1"/>
                </a:solidFill>
              </a:rPr>
              <a:t> </a:t>
            </a:r>
            <a:r>
              <a:rPr lang="nb-NO" sz="1200" dirty="0" err="1">
                <a:solidFill>
                  <a:schemeClr val="bg1"/>
                </a:solidFill>
              </a:rPr>
              <a:t>of</a:t>
            </a:r>
            <a:r>
              <a:rPr lang="nb-NO" sz="1200" dirty="0">
                <a:solidFill>
                  <a:schemeClr val="bg1"/>
                </a:solidFill>
              </a:rPr>
              <a:t> Dr. </a:t>
            </a:r>
            <a:r>
              <a:rPr lang="nb-NO" sz="1200" dirty="0" err="1">
                <a:solidFill>
                  <a:schemeClr val="bg1"/>
                </a:solidFill>
              </a:rPr>
              <a:t>Nicolaes</a:t>
            </a:r>
            <a:r>
              <a:rPr lang="nb-NO" sz="1200" dirty="0">
                <a:solidFill>
                  <a:schemeClr val="bg1"/>
                </a:solidFill>
              </a:rPr>
              <a:t> </a:t>
            </a:r>
            <a:r>
              <a:rPr lang="nb-NO" sz="1200" dirty="0" err="1">
                <a:solidFill>
                  <a:schemeClr val="bg1"/>
                </a:solidFill>
              </a:rPr>
              <a:t>Tulp</a:t>
            </a:r>
            <a:endParaRPr lang="nb-NO" sz="1200" dirty="0">
              <a:solidFill>
                <a:schemeClr val="bg1"/>
              </a:solidFill>
            </a:endParaRPr>
          </a:p>
        </p:txBody>
      </p:sp>
    </p:spTree>
    <p:extLst>
      <p:ext uri="{BB962C8B-B14F-4D97-AF65-F5344CB8AC3E}">
        <p14:creationId xmlns:p14="http://schemas.microsoft.com/office/powerpoint/2010/main" val="563272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390589"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Det historiske bildet II</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Hva er problemet med det historiske bildet?</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Skillet mellom fornuft og emosjoner gir en forvrengt forståelse av begge.</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Dette skillet har vært kjønnet. Menn har historisk sett blitt forstått som de fornuftige, og kvinner som de emosjonelle.</a:t>
            </a:r>
          </a:p>
        </p:txBody>
      </p:sp>
      <p:pic>
        <p:nvPicPr>
          <p:cNvPr id="2" name="Bilde 1">
            <a:extLst>
              <a:ext uri="{FF2B5EF4-FFF2-40B4-BE49-F238E27FC236}">
                <a16:creationId xmlns:a16="http://schemas.microsoft.com/office/drawing/2014/main" id="{A992F44E-CFE3-EE95-DDCE-D5EB4172A90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0DC040E5-A970-B2F8-FEF4-DF8E3DB63AC8}"/>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2796837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390589"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Samtidsdiagnosen</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Vi preges fremdeles av disse teoriene.</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Jaggar skisserer en innflytelsesrik positivistisk epistemologi: emosjoners skiftende og upålitelige karakter gjør at de må elimineres fra undersøkelser som skal fremme kunnskap.</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Et utbredt syn på vitenskap og vitenskapspersoner er at de er nøytrale og fri for verdier og emosjoner.</a:t>
            </a:r>
          </a:p>
        </p:txBody>
      </p:sp>
      <p:pic>
        <p:nvPicPr>
          <p:cNvPr id="2" name="Bilde 1">
            <a:extLst>
              <a:ext uri="{FF2B5EF4-FFF2-40B4-BE49-F238E27FC236}">
                <a16:creationId xmlns:a16="http://schemas.microsoft.com/office/drawing/2014/main" id="{A992F44E-CFE3-EE95-DDCE-D5EB4172A90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0DC040E5-A970-B2F8-FEF4-DF8E3DB63AC8}"/>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2377110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00219"/>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6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Feministisk epistemologi</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Autofit/>
          </a:bodyPr>
          <a:lstStyle/>
          <a:p>
            <a:pPr marL="342900" indent="-342900">
              <a:buFont typeface="Arial" panose="020B0604020202020204" pitchFamily="34" charset="0"/>
              <a:buChar char="•"/>
            </a:pPr>
            <a:r>
              <a:rPr lang="nb-NO" sz="2200" dirty="0">
                <a:latin typeface="Century Schoolbook" panose="02040604050505020304" pitchFamily="18" charset="0"/>
              </a:rPr>
              <a:t>Jaggar griper inn i en pågående feministisk diskusjon om hvordan kjønn har påvirket vår tenkning og virkelighet.</a:t>
            </a:r>
          </a:p>
          <a:p>
            <a:pPr marL="342900" indent="-342900">
              <a:buFont typeface="Arial" panose="020B0604020202020204" pitchFamily="34" charset="0"/>
              <a:buChar char="•"/>
            </a:pPr>
            <a:endParaRPr lang="nb-NO" sz="2200" dirty="0">
              <a:latin typeface="Century Schoolbook" panose="02040604050505020304" pitchFamily="18" charset="0"/>
            </a:endParaRPr>
          </a:p>
          <a:p>
            <a:pPr marL="342900" indent="-342900">
              <a:buFont typeface="Arial" panose="020B0604020202020204" pitchFamily="34" charset="0"/>
              <a:buChar char="•"/>
            </a:pPr>
            <a:r>
              <a:rPr lang="nb-NO" sz="2200" dirty="0">
                <a:latin typeface="Century Schoolbook" panose="02040604050505020304" pitchFamily="18" charset="0"/>
              </a:rPr>
              <a:t>Som standpunktteoretiker argumenterer hun for:</a:t>
            </a:r>
          </a:p>
          <a:p>
            <a:pPr marL="571500" lvl="1" indent="-342900">
              <a:buFont typeface="Arial" panose="020B0604020202020204" pitchFamily="34" charset="0"/>
              <a:buChar char="•"/>
            </a:pPr>
            <a:r>
              <a:rPr lang="nb-NO" sz="2200" dirty="0">
                <a:latin typeface="Century Schoolbook" panose="02040604050505020304" pitchFamily="18" charset="0"/>
              </a:rPr>
              <a:t>At kunnskap er sosialt situert.</a:t>
            </a:r>
          </a:p>
          <a:p>
            <a:pPr marL="571500" lvl="1" indent="-342900">
              <a:buFont typeface="Arial" panose="020B0604020202020204" pitchFamily="34" charset="0"/>
              <a:buChar char="•"/>
            </a:pPr>
            <a:endParaRPr lang="nb-NO" sz="2200" dirty="0">
              <a:latin typeface="Century Schoolbook" panose="02040604050505020304" pitchFamily="18" charset="0"/>
            </a:endParaRPr>
          </a:p>
          <a:p>
            <a:pPr marL="571500" lvl="1" indent="-342900">
              <a:buFont typeface="Arial" panose="020B0604020202020204" pitchFamily="34" charset="0"/>
              <a:buChar char="•"/>
            </a:pPr>
            <a:r>
              <a:rPr lang="nb-NO" sz="2200" dirty="0">
                <a:latin typeface="Century Schoolbook" panose="02040604050505020304" pitchFamily="18" charset="0"/>
              </a:rPr>
              <a:t>At noen marginaliserte grupper har tilgang til andre former for erfaringer enn majoriteten.</a:t>
            </a:r>
          </a:p>
          <a:p>
            <a:pPr marL="571500" lvl="1" indent="-342900">
              <a:buFont typeface="Arial" panose="020B0604020202020204" pitchFamily="34" charset="0"/>
              <a:buChar char="•"/>
            </a:pPr>
            <a:endParaRPr lang="nb-NO" sz="2200" dirty="0">
              <a:latin typeface="Century Schoolbook" panose="02040604050505020304" pitchFamily="18" charset="0"/>
            </a:endParaRPr>
          </a:p>
          <a:p>
            <a:pPr marL="571500" lvl="1" indent="-342900">
              <a:buFont typeface="Arial" panose="020B0604020202020204" pitchFamily="34" charset="0"/>
              <a:buChar char="•"/>
            </a:pPr>
            <a:r>
              <a:rPr lang="nb-NO" sz="2200" dirty="0">
                <a:latin typeface="Century Schoolbook" panose="02040604050505020304" pitchFamily="18" charset="0"/>
              </a:rPr>
              <a:t>At man ofte bør ta utgangspunkt i det marginaliserte perspektivet.</a:t>
            </a:r>
          </a:p>
        </p:txBody>
      </p:sp>
      <p:pic>
        <p:nvPicPr>
          <p:cNvPr id="2" name="Bilde 1">
            <a:extLst>
              <a:ext uri="{FF2B5EF4-FFF2-40B4-BE49-F238E27FC236}">
                <a16:creationId xmlns:a16="http://schemas.microsoft.com/office/drawing/2014/main" id="{AE644A7D-8B79-5EE8-E729-2988B7CE06D0}"/>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86E6121E-B818-2461-8A27-B39B9A5C75BF}"/>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1009025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800219"/>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6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Feministisk epistemologi</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Autofit/>
          </a:bodyPr>
          <a:lstStyle/>
          <a:p>
            <a:pPr marL="342900" indent="-342900">
              <a:buFont typeface="Arial" panose="020B0604020202020204" pitchFamily="34" charset="0"/>
              <a:buChar char="•"/>
            </a:pPr>
            <a:r>
              <a:rPr lang="nb-NO" sz="2200" dirty="0">
                <a:latin typeface="Century Schoolbook" panose="02040604050505020304" pitchFamily="18" charset="0"/>
              </a:rPr>
              <a:t>Førstegenerasjons standpunktfeminister ble kritisert for å generalisere en gruppe kvinners erfaringer til et felles kvinnelig standpunkt.</a:t>
            </a:r>
          </a:p>
          <a:p>
            <a:pPr marL="342900" indent="-342900">
              <a:buFont typeface="Arial" panose="020B0604020202020204" pitchFamily="34" charset="0"/>
              <a:buChar char="•"/>
            </a:pPr>
            <a:endParaRPr lang="nb-NO" sz="2200" dirty="0">
              <a:latin typeface="Century Schoolbook" panose="02040604050505020304" pitchFamily="18" charset="0"/>
            </a:endParaRPr>
          </a:p>
          <a:p>
            <a:pPr marL="342900" indent="-342900">
              <a:buFont typeface="Arial" panose="020B0604020202020204" pitchFamily="34" charset="0"/>
              <a:buChar char="•"/>
            </a:pPr>
            <a:r>
              <a:rPr lang="nb-NO" sz="2200" dirty="0">
                <a:latin typeface="Century Schoolbook" panose="02040604050505020304" pitchFamily="18" charset="0"/>
              </a:rPr>
              <a:t>Senere standpunktfeminister har argumentert for en ytterligere pluralistisk tilnærming, og ser også </a:t>
            </a:r>
            <a:r>
              <a:rPr lang="nb-NO" sz="2200" i="1" dirty="0" err="1">
                <a:latin typeface="Century Schoolbook" panose="02040604050505020304" pitchFamily="18" charset="0"/>
              </a:rPr>
              <a:t>interseksjonelle</a:t>
            </a:r>
            <a:r>
              <a:rPr lang="nb-NO" sz="2200" dirty="0">
                <a:latin typeface="Century Schoolbook" panose="02040604050505020304" pitchFamily="18" charset="0"/>
              </a:rPr>
              <a:t> sammenhenger med andre former for marginalisering som klasse, legning, etnisitet.</a:t>
            </a:r>
          </a:p>
        </p:txBody>
      </p:sp>
      <p:pic>
        <p:nvPicPr>
          <p:cNvPr id="2" name="Bilde 1">
            <a:extLst>
              <a:ext uri="{FF2B5EF4-FFF2-40B4-BE49-F238E27FC236}">
                <a16:creationId xmlns:a16="http://schemas.microsoft.com/office/drawing/2014/main" id="{AE644A7D-8B79-5EE8-E729-2988B7CE06D0}"/>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86E6121E-B818-2461-8A27-B39B9A5C75BF}"/>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999143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75405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3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Kjønn som sosial situasjon</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Hvilken sosial posisjon og rolle vi har påvirker hvilke spørsmål vi stiller og bryr oss om, og hvilken kunnskap som er tilgjengelig for oss.</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Kjønn kan forstås som sosialt formet identitet som følger med roller og normer for atferd, utseende, interesser og ferdigheter (</a:t>
            </a:r>
            <a:r>
              <a:rPr lang="nb-NO" sz="2500" dirty="0" err="1">
                <a:latin typeface="Century Schoolbook" panose="02040604050505020304" pitchFamily="18" charset="0"/>
              </a:rPr>
              <a:t>Haslanger</a:t>
            </a:r>
            <a:r>
              <a:rPr lang="nb-NO" sz="2500" dirty="0">
                <a:latin typeface="Century Schoolbook" panose="02040604050505020304" pitchFamily="18" charset="0"/>
              </a:rPr>
              <a:t> 2013).</a:t>
            </a:r>
          </a:p>
        </p:txBody>
      </p:sp>
      <p:pic>
        <p:nvPicPr>
          <p:cNvPr id="2" name="Bilde 1">
            <a:extLst>
              <a:ext uri="{FF2B5EF4-FFF2-40B4-BE49-F238E27FC236}">
                <a16:creationId xmlns:a16="http://schemas.microsoft.com/office/drawing/2014/main" id="{AE644A7D-8B79-5EE8-E729-2988B7CE06D0}"/>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6462A489-3FF0-7D21-9C8E-90785C14E69B}"/>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3749534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75405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3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Kjønn som sosial situasjon</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fontScale="92500"/>
          </a:bodyPr>
          <a:lstStyle/>
          <a:p>
            <a:pPr marL="342900" indent="-342900">
              <a:buFont typeface="Arial" panose="020B0604020202020204" pitchFamily="34" charset="0"/>
              <a:buChar char="•"/>
            </a:pPr>
            <a:r>
              <a:rPr lang="nb-NO" sz="2500" dirty="0">
                <a:latin typeface="Century Schoolbook" panose="02040604050505020304" pitchFamily="18" charset="0"/>
              </a:rPr>
              <a:t>Vi kan ikke unngå å delvis formes av de ideene om kjønn som råder i samfunnene vi fødes inn i. Det kan prege våre (Anderson 2022, 4–9):</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Holdninger, interesser og verdier</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Våre ferdigheter</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Våre måter å tenke på, verdenssyn og bakgrunnskunnskap</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Vår selvforståelse</a:t>
            </a:r>
          </a:p>
        </p:txBody>
      </p:sp>
      <p:pic>
        <p:nvPicPr>
          <p:cNvPr id="2" name="Bilde 1">
            <a:extLst>
              <a:ext uri="{FF2B5EF4-FFF2-40B4-BE49-F238E27FC236}">
                <a16:creationId xmlns:a16="http://schemas.microsoft.com/office/drawing/2014/main" id="{AE644A7D-8B79-5EE8-E729-2988B7CE06D0}"/>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2CDC5C93-FF17-AEBE-8630-63EBC481CA07}"/>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1465971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75405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3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Feministisk epistemologi</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fontScale="92500" lnSpcReduction="10000"/>
          </a:bodyPr>
          <a:lstStyle/>
          <a:p>
            <a:pPr marL="342900" indent="-342900">
              <a:buFont typeface="Arial" panose="020B0604020202020204" pitchFamily="34" charset="0"/>
              <a:buChar char="•"/>
            </a:pPr>
            <a:r>
              <a:rPr lang="nb-NO" sz="2500" dirty="0">
                <a:latin typeface="Century Schoolbook" panose="02040604050505020304" pitchFamily="18" charset="0"/>
              </a:rPr>
              <a:t>Innenfor et bredere feministisk prosjekt som undersøker hvordan kjønn påvirker oss, ser Jaggar særlig på:</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Hvordan emosjoner og fornuft har blitt forstått kjønnet;</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Hvorvidt det stemmer at emosjoner står i veien for kunnskap;</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Hvordan vår forståelse av kjønn, emosjoner og fornuft har preget hvem som har epistemisk autoritet.</a:t>
            </a:r>
          </a:p>
        </p:txBody>
      </p:sp>
      <p:pic>
        <p:nvPicPr>
          <p:cNvPr id="2" name="Bilde 1">
            <a:extLst>
              <a:ext uri="{FF2B5EF4-FFF2-40B4-BE49-F238E27FC236}">
                <a16:creationId xmlns:a16="http://schemas.microsoft.com/office/drawing/2014/main" id="{AE644A7D-8B79-5EE8-E729-2988B7CE06D0}"/>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B230F3DB-53DC-59C7-520A-30EE8AC4449E}"/>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128555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5" y="1254296"/>
            <a:ext cx="6953823" cy="2723823"/>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7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Del 2: </a:t>
            </a:r>
          </a:p>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nb-NO" sz="57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endParaRP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7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Emosjoner</a:t>
            </a:r>
          </a:p>
        </p:txBody>
      </p:sp>
      <p:pic>
        <p:nvPicPr>
          <p:cNvPr id="2" name="Bilde 1">
            <a:extLst>
              <a:ext uri="{FF2B5EF4-FFF2-40B4-BE49-F238E27FC236}">
                <a16:creationId xmlns:a16="http://schemas.microsoft.com/office/drawing/2014/main" id="{27BFAB1D-1E10-4859-73E2-BAE774DBD929}"/>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FFD2EDE5-E8D6-CBF7-DA85-B236019F70FA}"/>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42232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Hva er emosjoner?</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Skal vi forstå hva emosjoner er, møter vi flere utfordringer:</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Folk tenker og snakker svært ulikt om det;</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Det favner over et bredt spekter av fenomener;</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I lys av kulturelle variasjoner, hvordan kan vi lande på én teori om emosjoner?</a:t>
            </a:r>
          </a:p>
        </p:txBody>
      </p:sp>
      <p:pic>
        <p:nvPicPr>
          <p:cNvPr id="2" name="Bilde 1">
            <a:extLst>
              <a:ext uri="{FF2B5EF4-FFF2-40B4-BE49-F238E27FC236}">
                <a16:creationId xmlns:a16="http://schemas.microsoft.com/office/drawing/2014/main" id="{369AFB35-951A-5C83-C25E-D1B9B52F55B1}"/>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69A411A9-DF06-F2F3-82A2-DDB12EB553BD}"/>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587298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0"/>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Begrensninger</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fontScale="85000" lnSpcReduction="10000"/>
          </a:bodyPr>
          <a:lstStyle/>
          <a:p>
            <a:pPr marL="342900" indent="-342900">
              <a:buFont typeface="Arial" panose="020B0604020202020204" pitchFamily="34" charset="0"/>
              <a:buChar char="•"/>
            </a:pPr>
            <a:r>
              <a:rPr lang="nb-NO" sz="2500" dirty="0">
                <a:latin typeface="Century Schoolbook" panose="02040604050505020304" pitchFamily="18" charset="0"/>
              </a:rPr>
              <a:t>Jaggar tar dermed følgende forbehold (Jaggar 2021, 134–135):</a:t>
            </a:r>
          </a:p>
          <a:p>
            <a:pPr marL="342900" indent="-342900">
              <a:buFont typeface="Arial" panose="020B0604020202020204" pitchFamily="34" charset="0"/>
              <a:buChar char="•"/>
            </a:pPr>
            <a:endParaRPr lang="nb-NO" sz="2500" dirty="0">
              <a:latin typeface="Century Schoolbook" panose="02040604050505020304" pitchFamily="18" charset="0"/>
            </a:endParaRPr>
          </a:p>
          <a:p>
            <a:pPr marL="685800" lvl="1" indent="-457200">
              <a:buFont typeface="+mj-lt"/>
              <a:buAutoNum type="arabicPeriod"/>
            </a:pPr>
            <a:r>
              <a:rPr lang="nb-NO" sz="2500" dirty="0">
                <a:latin typeface="Century Schoolbook" panose="02040604050505020304" pitchFamily="18" charset="0"/>
              </a:rPr>
              <a:t>Presentasjonen er utforskende. Det er «en foreløpig skisse til en epistemologisk modell».</a:t>
            </a:r>
          </a:p>
          <a:p>
            <a:pPr marL="685800" lvl="1" indent="-457200">
              <a:buFont typeface="+mj-lt"/>
              <a:buAutoNum type="arabicPeriod"/>
            </a:pPr>
            <a:endParaRPr lang="nb-NO" sz="2500" dirty="0">
              <a:latin typeface="Century Schoolbook" panose="02040604050505020304" pitchFamily="18" charset="0"/>
            </a:endParaRPr>
          </a:p>
          <a:p>
            <a:pPr marL="685800" lvl="1" indent="-457200">
              <a:buFont typeface="+mj-lt"/>
              <a:buAutoNum type="arabicPeriod"/>
            </a:pPr>
            <a:r>
              <a:rPr lang="nb-NO" sz="2500" dirty="0">
                <a:latin typeface="Century Schoolbook" panose="02040604050505020304" pitchFamily="18" charset="0"/>
              </a:rPr>
              <a:t>Den vil være avgrenset til en vestlig kontekst.</a:t>
            </a:r>
          </a:p>
          <a:p>
            <a:pPr marL="685800" lvl="1" indent="-457200">
              <a:buFont typeface="+mj-lt"/>
              <a:buAutoNum type="arabicPeriod"/>
            </a:pPr>
            <a:endParaRPr lang="nb-NO" sz="2500" dirty="0">
              <a:latin typeface="Century Schoolbook" panose="02040604050505020304" pitchFamily="18" charset="0"/>
            </a:endParaRPr>
          </a:p>
          <a:p>
            <a:pPr marL="685800" lvl="1" indent="-457200">
              <a:buFont typeface="+mj-lt"/>
              <a:buAutoNum type="arabicPeriod"/>
            </a:pPr>
            <a:r>
              <a:rPr lang="nb-NO" sz="2500" dirty="0">
                <a:latin typeface="Century Schoolbook" panose="02040604050505020304" pitchFamily="18" charset="0"/>
              </a:rPr>
              <a:t>Den vil ta utgangspunkt i et konkret syn på emosjoner, som vi så må vurdere om er overbevisende.</a:t>
            </a:r>
          </a:p>
          <a:p>
            <a:pPr marL="685800" lvl="1" indent="-457200">
              <a:buFont typeface="+mj-lt"/>
              <a:buAutoNum type="arabicPeriod"/>
            </a:pPr>
            <a:endParaRPr lang="nb-NO" sz="2500" dirty="0">
              <a:latin typeface="Century Schoolbook" panose="02040604050505020304" pitchFamily="18" charset="0"/>
            </a:endParaRPr>
          </a:p>
          <a:p>
            <a:pPr marL="457200" indent="-457200">
              <a:buFont typeface="Arial" panose="020B0604020202020204" pitchFamily="34" charset="0"/>
              <a:buChar char="•"/>
            </a:pPr>
            <a:r>
              <a:rPr lang="nb-NO" sz="2500" dirty="0">
                <a:latin typeface="Century Schoolbook" panose="02040604050505020304" pitchFamily="18" charset="0"/>
              </a:rPr>
              <a:t>En teori om emosjoner som er mindre tilgjengelig for ideologisk misbruk.</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endParaRPr lang="nb-NO" sz="2500" dirty="0">
              <a:latin typeface="Century Schoolbook" panose="02040604050505020304" pitchFamily="18" charset="0"/>
            </a:endParaRPr>
          </a:p>
        </p:txBody>
      </p:sp>
      <p:pic>
        <p:nvPicPr>
          <p:cNvPr id="2" name="Bilde 1">
            <a:extLst>
              <a:ext uri="{FF2B5EF4-FFF2-40B4-BE49-F238E27FC236}">
                <a16:creationId xmlns:a16="http://schemas.microsoft.com/office/drawing/2014/main" id="{369AFB35-951A-5C83-C25E-D1B9B52F55B1}"/>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5BB498A3-5386-B4D2-D181-CCC7A1533A5F}"/>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395025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Hva er emosjoner?</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Jaggar fremhever fire grunnleggende trekk ved emosjoner</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De er intensjonelle.</a:t>
            </a:r>
          </a:p>
          <a:p>
            <a:pPr marL="571500" lvl="1" indent="-342900">
              <a:buFont typeface="Arial" panose="020B0604020202020204" pitchFamily="34" charset="0"/>
              <a:buChar char="•"/>
            </a:pPr>
            <a:r>
              <a:rPr lang="nb-NO" sz="2500" dirty="0">
                <a:latin typeface="Century Schoolbook" panose="02040604050505020304" pitchFamily="18" charset="0"/>
              </a:rPr>
              <a:t>De er sosialt konstruerte.</a:t>
            </a:r>
          </a:p>
          <a:p>
            <a:pPr marL="571500" lvl="1" indent="-342900">
              <a:buFont typeface="Arial" panose="020B0604020202020204" pitchFamily="34" charset="0"/>
              <a:buChar char="•"/>
            </a:pPr>
            <a:r>
              <a:rPr lang="nb-NO" sz="2500" dirty="0">
                <a:latin typeface="Century Schoolbook" panose="02040604050505020304" pitchFamily="18" charset="0"/>
              </a:rPr>
              <a:t>De er aktive.</a:t>
            </a:r>
          </a:p>
          <a:p>
            <a:pPr marL="571500" lvl="1" indent="-342900">
              <a:buFont typeface="Arial" panose="020B0604020202020204" pitchFamily="34" charset="0"/>
              <a:buChar char="•"/>
            </a:pPr>
            <a:r>
              <a:rPr lang="nb-NO" sz="2500" dirty="0">
                <a:latin typeface="Century Schoolbook" panose="02040604050505020304" pitchFamily="18" charset="0"/>
              </a:rPr>
              <a:t>De er </a:t>
            </a:r>
            <a:r>
              <a:rPr lang="nb-NO" sz="2500" dirty="0" err="1">
                <a:latin typeface="Century Schoolbook" panose="02040604050505020304" pitchFamily="18" charset="0"/>
              </a:rPr>
              <a:t>evaluative</a:t>
            </a:r>
            <a:r>
              <a:rPr lang="nb-NO" sz="2500" dirty="0">
                <a:latin typeface="Century Schoolbook" panose="02040604050505020304" pitchFamily="18" charset="0"/>
              </a:rPr>
              <a:t>.</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29CC6A48-188D-4BC1-8DD1-49130B988AC3}"/>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1349770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Intensjonelle</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fontScale="92500"/>
          </a:bodyPr>
          <a:lstStyle/>
          <a:p>
            <a:pPr marL="342900" indent="-342900">
              <a:buFont typeface="Arial" panose="020B0604020202020204" pitchFamily="34" charset="0"/>
              <a:buChar char="•"/>
            </a:pPr>
            <a:r>
              <a:rPr lang="nb-NO" sz="2500" dirty="0">
                <a:latin typeface="Century Schoolbook" panose="02040604050505020304" pitchFamily="18" charset="0"/>
              </a:rPr>
              <a:t>Emosjoners intensjonelle karakter skiller dem fra følelser.</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Følelser forstås primært som fysiologiske fornemmelser vi er bevisste:</a:t>
            </a:r>
          </a:p>
          <a:p>
            <a:pPr marL="800100" lvl="2" indent="-342900">
              <a:buFont typeface="Arial" panose="020B0604020202020204" pitchFamily="34" charset="0"/>
              <a:buChar char="•"/>
            </a:pPr>
            <a:r>
              <a:rPr lang="nb-NO" sz="2500" dirty="0">
                <a:latin typeface="Century Schoolbook" panose="02040604050505020304" pitchFamily="18" charset="0"/>
              </a:rPr>
              <a:t>Kvalmen jeg opplever på bussen.</a:t>
            </a:r>
          </a:p>
          <a:p>
            <a:pPr marL="800100" lvl="2" indent="-342900">
              <a:buFont typeface="Arial" panose="020B0604020202020204" pitchFamily="34" charset="0"/>
              <a:buChar char="•"/>
            </a:pPr>
            <a:r>
              <a:rPr lang="nb-NO" sz="2500" dirty="0">
                <a:latin typeface="Century Schoolbook" panose="02040604050505020304" pitchFamily="18" charset="0"/>
              </a:rPr>
              <a:t>Den oppkvikkende følelsen av å lukte kaffe.</a:t>
            </a:r>
          </a:p>
          <a:p>
            <a:pPr marL="800100" lvl="2"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Jaggar argumenterer for at emosjoner ofte har blitt sammenblandet med følelser, og også ufrivillige reaksjoner som rødming og skjelving.</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endParaRPr lang="nb-NO" sz="2500" dirty="0">
              <a:latin typeface="Century Schoolbook" panose="02040604050505020304" pitchFamily="18" charset="0"/>
            </a:endParaRP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C2B745C7-1796-4257-B3C8-1B2013C36C81}"/>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3882067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Intensjonelle</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fontScale="92500" lnSpcReduction="20000"/>
          </a:bodyPr>
          <a:lstStyle/>
          <a:p>
            <a:pPr marL="342900" indent="-342900">
              <a:buFont typeface="Arial" panose="020B0604020202020204" pitchFamily="34" charset="0"/>
              <a:buChar char="•"/>
            </a:pPr>
            <a:r>
              <a:rPr lang="nb-NO" sz="2500" dirty="0">
                <a:latin typeface="Century Schoolbook" panose="02040604050505020304" pitchFamily="18" charset="0"/>
              </a:rPr>
              <a:t>Emosjoner kjennetegnes av at de er intensjonelle. De er rettet mot et objekt.</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Sinnet over å stadig bli nedvurdert av ens kollegaer.</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Frykten for å bli avslørt som kunnskapsløs av sine medstudenter.</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Det er naget man bærer mot den som har krenket oss.</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De er typisk mer varige og disposisjonelle enn følelser. </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C133B9DF-D487-1F0E-E4FA-20DC73F5B63F}"/>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1881370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Sosialt konstruerte</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fontScale="92500"/>
          </a:bodyPr>
          <a:lstStyle/>
          <a:p>
            <a:pPr marL="342900" indent="-342900">
              <a:buFont typeface="Arial" panose="020B0604020202020204" pitchFamily="34" charset="0"/>
              <a:buChar char="•"/>
            </a:pPr>
            <a:r>
              <a:rPr lang="nb-NO" sz="2500" dirty="0">
                <a:latin typeface="Century Schoolbook" panose="02040604050505020304" pitchFamily="18" charset="0"/>
              </a:rPr>
              <a:t>Emosjoner er knyttet til vår evolusjon og utvikling, men de er også et resultat av sosial konstruksjon.</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Vi lærer allerede som barn hvilke emosjoner som passer seg i ulike situasjoner og roller.</a:t>
            </a:r>
          </a:p>
          <a:p>
            <a:pPr marL="571500" lvl="1" indent="-342900">
              <a:buFont typeface="Arial" panose="020B0604020202020204" pitchFamily="34" charset="0"/>
              <a:buChar char="•"/>
            </a:pPr>
            <a:r>
              <a:rPr lang="nb-NO" sz="2500" dirty="0">
                <a:latin typeface="Century Schoolbook" panose="02040604050505020304" pitchFamily="18" charset="0"/>
              </a:rPr>
              <a:t>Hvilke prestasjoner skal man føle glede og stolthet over?</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Vi lærer hvilke uttrykk emosjonene skal ha i vår kultur.</a:t>
            </a:r>
          </a:p>
          <a:p>
            <a:pPr marL="571500" lvl="1" indent="-342900">
              <a:buFont typeface="Arial" panose="020B0604020202020204" pitchFamily="34" charset="0"/>
              <a:buChar char="•"/>
            </a:pPr>
            <a:r>
              <a:rPr lang="nb-NO" sz="2500" dirty="0">
                <a:latin typeface="Century Schoolbook" panose="02040604050505020304" pitchFamily="18" charset="0"/>
              </a:rPr>
              <a:t>Hvordan skal slik glede og stolthet vises?</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endParaRPr lang="nb-NO" sz="2500" dirty="0">
              <a:latin typeface="Century Schoolbook" panose="02040604050505020304" pitchFamily="18" charset="0"/>
            </a:endParaRPr>
          </a:p>
        </p:txBody>
      </p:sp>
      <p:sp>
        <p:nvSpPr>
          <p:cNvPr id="3" name="TekstSylinder 2">
            <a:extLst>
              <a:ext uri="{FF2B5EF4-FFF2-40B4-BE49-F238E27FC236}">
                <a16:creationId xmlns:a16="http://schemas.microsoft.com/office/drawing/2014/main" id="{67342159-8656-0C20-9C38-CD06300A9C03}"/>
              </a:ext>
              <a:ext uri="{C183D7F6-B498-43B3-948B-1728B52AA6E4}">
                <adec:decorative xmlns:adec="http://schemas.microsoft.com/office/drawing/2017/decorative" val="1"/>
              </a:ext>
            </a:extLst>
          </p:cNvPr>
          <p:cNvSpPr txBox="1"/>
          <p:nvPr/>
        </p:nvSpPr>
        <p:spPr>
          <a:xfrm>
            <a:off x="3312958" y="6553392"/>
            <a:ext cx="3119765" cy="276999"/>
          </a:xfrm>
          <a:prstGeom prst="rect">
            <a:avLst/>
          </a:prstGeom>
          <a:noFill/>
        </p:spPr>
        <p:txBody>
          <a:bodyPr wrap="none" rtlCol="0">
            <a:spAutoFit/>
          </a:bodyPr>
          <a:lstStyle/>
          <a:p>
            <a:r>
              <a:rPr lang="nb-NO" sz="1200" dirty="0">
                <a:solidFill>
                  <a:schemeClr val="bg1"/>
                </a:solidFill>
              </a:rPr>
              <a:t>Foto: Edmund Blair </a:t>
            </a:r>
            <a:r>
              <a:rPr lang="nb-NO" sz="1200" dirty="0" err="1">
                <a:solidFill>
                  <a:schemeClr val="bg1"/>
                </a:solidFill>
              </a:rPr>
              <a:t>Leighton</a:t>
            </a:r>
            <a:r>
              <a:rPr lang="nb-NO" sz="1200" dirty="0">
                <a:solidFill>
                  <a:schemeClr val="bg1"/>
                </a:solidFill>
              </a:rPr>
              <a:t> – God Speed</a:t>
            </a:r>
          </a:p>
        </p:txBody>
      </p:sp>
      <p:pic>
        <p:nvPicPr>
          <p:cNvPr id="4" name="Bilde 3">
            <a:extLst>
              <a:ext uri="{FF2B5EF4-FFF2-40B4-BE49-F238E27FC236}">
                <a16:creationId xmlns:a16="http://schemas.microsoft.com/office/drawing/2014/main" id="{4207BB01-7D42-4563-FC83-F14AA81E6609}"/>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4922"/>
          <a:stretch/>
        </p:blipFill>
        <p:spPr>
          <a:xfrm>
            <a:off x="7458156" y="0"/>
            <a:ext cx="4733844" cy="6858000"/>
          </a:xfrm>
          <a:prstGeom prst="rect">
            <a:avLst/>
          </a:prstGeom>
        </p:spPr>
      </p:pic>
    </p:spTree>
    <p:extLst>
      <p:ext uri="{BB962C8B-B14F-4D97-AF65-F5344CB8AC3E}">
        <p14:creationId xmlns:p14="http://schemas.microsoft.com/office/powerpoint/2010/main" val="3958874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Sosialt konstruerte</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Hva vi forstår emosjoner som er i seg selv et resultat av historisk og sosialt arbeid.</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Hvilke emosjoner vi kan ha, og hvilke former de kan ta er betinget av våre begrepslige og lingvistiske ressurser.</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Romantisk kjærlighet er et begrep knyttet til den europeiske middelalderens hoffkultur.</a:t>
            </a:r>
          </a:p>
        </p:txBody>
      </p:sp>
      <p:pic>
        <p:nvPicPr>
          <p:cNvPr id="4" name="Bilde 3">
            <a:extLst>
              <a:ext uri="{FF2B5EF4-FFF2-40B4-BE49-F238E27FC236}">
                <a16:creationId xmlns:a16="http://schemas.microsoft.com/office/drawing/2014/main" id="{27DDBEFE-E827-87F5-98C9-C3472F0CCCB4}"/>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4922"/>
          <a:stretch/>
        </p:blipFill>
        <p:spPr>
          <a:xfrm>
            <a:off x="7458156" y="0"/>
            <a:ext cx="4733844" cy="6858000"/>
          </a:xfrm>
          <a:prstGeom prst="rect">
            <a:avLst/>
          </a:prstGeom>
        </p:spPr>
      </p:pic>
      <p:sp>
        <p:nvSpPr>
          <p:cNvPr id="5" name="TekstSylinder 4">
            <a:extLst>
              <a:ext uri="{FF2B5EF4-FFF2-40B4-BE49-F238E27FC236}">
                <a16:creationId xmlns:a16="http://schemas.microsoft.com/office/drawing/2014/main" id="{8D0B6277-E70A-1D7F-80E1-901F63DAC661}"/>
              </a:ext>
              <a:ext uri="{C183D7F6-B498-43B3-948B-1728B52AA6E4}">
                <adec:decorative xmlns:adec="http://schemas.microsoft.com/office/drawing/2017/decorative" val="1"/>
              </a:ext>
            </a:extLst>
          </p:cNvPr>
          <p:cNvSpPr txBox="1"/>
          <p:nvPr/>
        </p:nvSpPr>
        <p:spPr>
          <a:xfrm>
            <a:off x="3312958" y="6563906"/>
            <a:ext cx="3119765" cy="276999"/>
          </a:xfrm>
          <a:prstGeom prst="rect">
            <a:avLst/>
          </a:prstGeom>
          <a:noFill/>
        </p:spPr>
        <p:txBody>
          <a:bodyPr wrap="none" rtlCol="0">
            <a:spAutoFit/>
          </a:bodyPr>
          <a:lstStyle/>
          <a:p>
            <a:r>
              <a:rPr lang="nb-NO" sz="1200" dirty="0">
                <a:solidFill>
                  <a:schemeClr val="bg1"/>
                </a:solidFill>
              </a:rPr>
              <a:t>Foto: Edmund Blair </a:t>
            </a:r>
            <a:r>
              <a:rPr lang="nb-NO" sz="1200" dirty="0" err="1">
                <a:solidFill>
                  <a:schemeClr val="bg1"/>
                </a:solidFill>
              </a:rPr>
              <a:t>Leighton</a:t>
            </a:r>
            <a:r>
              <a:rPr lang="nb-NO" sz="1200" dirty="0">
                <a:solidFill>
                  <a:schemeClr val="bg1"/>
                </a:solidFill>
              </a:rPr>
              <a:t> – God Speed</a:t>
            </a:r>
          </a:p>
        </p:txBody>
      </p:sp>
    </p:spTree>
    <p:extLst>
      <p:ext uri="{BB962C8B-B14F-4D97-AF65-F5344CB8AC3E}">
        <p14:creationId xmlns:p14="http://schemas.microsoft.com/office/powerpoint/2010/main" val="1134369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Aktive</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fontScale="92500" lnSpcReduction="10000"/>
          </a:bodyPr>
          <a:lstStyle/>
          <a:p>
            <a:pPr marL="342900" indent="-342900">
              <a:buFont typeface="Arial" panose="020B0604020202020204" pitchFamily="34" charset="0"/>
              <a:buChar char="•"/>
            </a:pPr>
            <a:r>
              <a:rPr lang="nb-NO" sz="2500" dirty="0">
                <a:latin typeface="Century Schoolbook" panose="02040604050505020304" pitchFamily="18" charset="0"/>
              </a:rPr>
              <a:t>Emosjoner har typisk blitt forstått som noe passivt, noe som skjer med oss og overvelder oss. Som en lidenskap.</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Men til en viss grad virker de også å være noe som vi kan prøve å kontrollere.</a:t>
            </a:r>
          </a:p>
          <a:p>
            <a:pPr marL="571500" lvl="1" indent="-342900">
              <a:buFont typeface="Arial" panose="020B0604020202020204" pitchFamily="34" charset="0"/>
              <a:buChar char="•"/>
            </a:pPr>
            <a:r>
              <a:rPr lang="nb-NO" sz="2500" dirty="0">
                <a:latin typeface="Century Schoolbook" panose="02040604050505020304" pitchFamily="18" charset="0"/>
              </a:rPr>
              <a:t>Vi kan regulere emosjoner mekanisk og kognitivt.</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Vi bør forstå emosjoner «som vanemessige responser som vi opplever som mer eller mindre vanskelig å bryte løs fra.» (Jaggar 2021, 139)</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228F9122-4F14-B85B-0260-5BCEF6C62556}"/>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1053066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Aktive</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«Emosjoner er altså feilaktig betraktet som grunnleggende passive og ufrivillige responser på verden. De er imidlertid heller måter som vi deltar aktivt i, og til og med skaper, verden på. De har både ‘mentale’ og ‘fysiske’ sider, der begge påvirker hverandre; de forutsetter språk og en sosial orden.» (Jaggar 2021, 139)</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64C0D91C-7723-C4FC-D196-71DFEDDFB2AE}"/>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169036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err="1">
                <a:ln>
                  <a:noFill/>
                </a:ln>
                <a:solidFill>
                  <a:schemeClr val="tx1"/>
                </a:solidFill>
                <a:effectLst/>
                <a:uLnTx/>
                <a:uFillTx/>
                <a:latin typeface="Century Schoolbook" panose="02040604050505020304" pitchFamily="18" charset="0"/>
                <a:ea typeface="Geneva" panose="020B0503030404040204" pitchFamily="34" charset="0"/>
                <a:cs typeface="+mn-cs"/>
              </a:rPr>
              <a:t>Evaluative</a:t>
            </a:r>
            <a:endPar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endParaRP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fontScale="92500"/>
          </a:bodyPr>
          <a:lstStyle/>
          <a:p>
            <a:pPr marL="342900" indent="-342900">
              <a:buFont typeface="Arial" panose="020B0604020202020204" pitchFamily="34" charset="0"/>
              <a:buChar char="•"/>
            </a:pPr>
            <a:r>
              <a:rPr lang="nb-NO" sz="2500" dirty="0">
                <a:latin typeface="Century Schoolbook" panose="02040604050505020304" pitchFamily="18" charset="0"/>
              </a:rPr>
              <a:t>Enhver emosjon forutsetter en viss verdsetting av verden. Emosjonen er rettet mot et objekt som individet evaluerer.</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Er emosjonen passende for objektet? </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Jaggar mener verdier også forutsetter en emosjonell tilnærming til verden.</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Emosjoner utgjør det «erfaringsmessige grunnlaget for verdier», og uten dette hadde et menneskelig liv vært </a:t>
            </a:r>
            <a:r>
              <a:rPr lang="nb-NO" sz="2500" dirty="0" err="1">
                <a:latin typeface="Century Schoolbook" panose="02040604050505020304" pitchFamily="18" charset="0"/>
              </a:rPr>
              <a:t>ugjenkjennbart</a:t>
            </a:r>
            <a:r>
              <a:rPr lang="nb-NO" sz="2500" dirty="0">
                <a:latin typeface="Century Schoolbook" panose="02040604050505020304" pitchFamily="18" charset="0"/>
              </a:rPr>
              <a:t>.</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B96D71B4-DF97-2082-6496-8643F68B6409}"/>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81331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7232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1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Emosjoner og observasjoner</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Emosjoner påvirkes altså av verden slik vi møter den, av samfunnet og kulturen vi befinner oss i, og de observasjonene vi gjør.</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Men går det også andre veien?</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Påvirker emosjonene også hvordan vi observerer virkeligheten?</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C013A70A-C4BB-64AA-6EBB-1382D8A12520}"/>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2762804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7232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1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Emosjoner og observasjoner</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«Akkurat som observasjoner veileder, former og delvis definerer emosjoner, så veileder, former, og til og med definerer emosjoner også observasjon. Observasjon er ikke bare en passiv prosess der vi absorberer inntrykk eller registrerer stimuli; det er snarere en aktivitet der vi velger og fortolker. Det som blir valgt ut, og hvordan det blir fortolket, påvirkes av våre emosjonelle holdninger.» (Jaggar 2021, 140)</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1A4C81D8-1844-B104-D0C0-FDFDF9D1BA1E}"/>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3101946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7232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1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Emosjoner og observasjoner</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lnSpcReduction="10000"/>
          </a:bodyPr>
          <a:lstStyle/>
          <a:p>
            <a:pPr marL="342900" indent="-342900">
              <a:buFont typeface="Arial" panose="020B0604020202020204" pitchFamily="34" charset="0"/>
              <a:buChar char="•"/>
            </a:pPr>
            <a:r>
              <a:rPr lang="nb-NO" sz="2500" dirty="0">
                <a:latin typeface="Century Schoolbook" panose="02040604050505020304" pitchFamily="18" charset="0"/>
              </a:rPr>
              <a:t>Emosjoner ligger til grunn for hva vi velger å fokusere på.</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Dette gjelder både hvilke objekter, spørsmål og interesser.</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Men også hvordan disse objektene, spørsmålene og interessene forstås og fortolkes.</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Dette gjelder både individuelt og sosialt, siden emosjoner er sosialt konstruerte.</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9E50CA64-BF3B-6E4B-F47A-3C77D5D77C9C}"/>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31332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5" y="1254296"/>
            <a:ext cx="6953823" cy="332398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7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Del 3: </a:t>
            </a:r>
          </a:p>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nb-NO" sz="7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endParaRP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7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Epistemologi</a:t>
            </a:r>
          </a:p>
        </p:txBody>
      </p:sp>
      <p:pic>
        <p:nvPicPr>
          <p:cNvPr id="2" name="Bilde 1">
            <a:extLst>
              <a:ext uri="{FF2B5EF4-FFF2-40B4-BE49-F238E27FC236}">
                <a16:creationId xmlns:a16="http://schemas.microsoft.com/office/drawing/2014/main" id="{F7819DC5-5438-9294-BD2D-AED3B2A14929}"/>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6CD616E8-1A8D-9392-C4C4-55F994CEBDE4}"/>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21545277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78483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5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Den nøytrale forskningen</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lnSpcReduction="10000"/>
          </a:bodyPr>
          <a:lstStyle/>
          <a:p>
            <a:pPr marL="342900" indent="-342900">
              <a:buFont typeface="Arial" panose="020B0604020202020204" pitchFamily="34" charset="0"/>
              <a:buChar char="•"/>
            </a:pPr>
            <a:r>
              <a:rPr lang="nb-NO" sz="2500" dirty="0">
                <a:latin typeface="Century Schoolbook" panose="02040604050505020304" pitchFamily="18" charset="0"/>
              </a:rPr>
              <a:t>Myten om fornuftens forrang og nedvurderingen av emosjoner har ledet til myten om den nøytrale forskningen.</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Emosjoner blir sett på som en trussel mot kunnskap ved å forvrenge og hindre observasjoner og slutninger.</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Men emosjoner er allestedsnærværende i våre liv, også i vårt vitenskapelige arbeid. Men vi fortrenger dem ofte, og er dem ofte ubevisst. </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0BD041B0-E379-F017-9ACA-1DEED97C7ACF}"/>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3803278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78483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5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Emosjoner er nødvendige</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Positivistene anerkjenner at emosjoner kan være med å velge temaer for undersøkelse og utforming av hypoteser.</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Men når hypotesen skal testes, skal dette gjøres fri for emosjoner.</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Men dette prosjektet er mislykket, i følge Jaggar.</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125332DE-CDA8-6110-F48D-0251CA8166B2}"/>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1530985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78483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5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Emosjoner er nødvendige</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«Heller enn å undertrykke emosjoner innenfor epistemologien er det derfor nødvendig å revurdere forholdet mellom kunnskap og emosjoner og lage begrepsmodeller som demonstrerer det gjensidig konstituerende forholdet, snarere enn motsetningsforholdet mellom fornuft og emosjoner.» (Jaggar 2021, 143)</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D1D0FE3A-7EF9-C015-33C8-FA8A246D427D}"/>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2152125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78483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5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Emosjoner er nødvendige</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fontScale="92500"/>
          </a:bodyPr>
          <a:lstStyle/>
          <a:p>
            <a:pPr marL="342900" indent="-342900">
              <a:buFont typeface="Arial" panose="020B0604020202020204" pitchFamily="34" charset="0"/>
              <a:buChar char="•"/>
            </a:pPr>
            <a:r>
              <a:rPr lang="nb-NO" sz="2500" dirty="0">
                <a:latin typeface="Century Schoolbook" panose="02040604050505020304" pitchFamily="18" charset="0"/>
              </a:rPr>
              <a:t>Vi kan aldri bli fri for våre emosjoner, siden de vil fortsette å virke i det ubevisste.</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Man kan kanskje korrigere enkelte forskeres forutinntatthet, men emosjoner står i et konstitutivt forhold til verdier og sosiale praksiser som vitenskapen er en del av.</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Emosjoner hjelper oss å identifisere tematikk som er presserende, formulere hypoteser som er verdt å teste, og vurdere løsninger som er verdt å prøve.</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C910C41E-33EC-59DA-3934-0D64E258860A}"/>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3172205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784830"/>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5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Emosjoner er nødvendige</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fontScale="92500" lnSpcReduction="10000"/>
          </a:bodyPr>
          <a:lstStyle/>
          <a:p>
            <a:pPr marL="342900" indent="-342900">
              <a:buFont typeface="Arial" panose="020B0604020202020204" pitchFamily="34" charset="0"/>
              <a:buChar char="•"/>
            </a:pPr>
            <a:r>
              <a:rPr lang="nb-NO" sz="2500" dirty="0">
                <a:latin typeface="Century Schoolbook" panose="02040604050505020304" pitchFamily="18" charset="0"/>
              </a:rPr>
              <a:t>Men slik som med begrepene om fornuft og emosjoner, så er også metavitenskapelige spørsmål påvirket av emosjoner:</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Hva er vitenskap?</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Hva er god vitenskapelig praksis?</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Hvilken status og innflytelse skal vitenskapelig forskning ha i samfunnet?</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Emosjoner og fornuft er gjensidig konstituerende.</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F2EDDDE4-C6B3-F556-F8A4-78B850D47F38}"/>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1073694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76944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4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Mytens politiske funksjon</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Men hvis emosjoner er så viktig, hvorfor er myten så gjenstridig?</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Fordi vårt syn på emosjoner, fornuft og kunnskap også har politiske dimensjoner: de er kjønnet og </a:t>
            </a:r>
            <a:r>
              <a:rPr lang="nb-NO" sz="2500" dirty="0" err="1">
                <a:latin typeface="Century Schoolbook" panose="02040604050505020304" pitchFamily="18" charset="0"/>
              </a:rPr>
              <a:t>rasialisert</a:t>
            </a:r>
            <a:r>
              <a:rPr lang="nb-NO" sz="2500" dirty="0">
                <a:latin typeface="Century Schoolbook" panose="02040604050505020304" pitchFamily="18" charset="0"/>
              </a:rPr>
              <a:t> og distribuert ulikt langs ulike akser av marginalisering.</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Vårt handlingsrom og hvordan vi vurderes er ulikt avhengig av vår sosiale rolle og plassering.</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7863E3A9-F4CC-A4B0-092D-8ABDEB1EC0F4}"/>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2288545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11166564"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76944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4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Mytens politiske funksjon</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4419600" cy="4324261"/>
          </a:xfrm>
          <a:prstGeom prst="rect">
            <a:avLst/>
          </a:prstGeom>
          <a:noFill/>
        </p:spPr>
        <p:txBody>
          <a:bodyPr wrap="square" rtlCol="0">
            <a:normAutofit fontScale="92500"/>
          </a:bodyPr>
          <a:lstStyle/>
          <a:p>
            <a:pPr marL="342900" indent="-342900">
              <a:buFont typeface="Arial" panose="020B0604020202020204" pitchFamily="34" charset="0"/>
              <a:buChar char="•"/>
            </a:pPr>
            <a:r>
              <a:rPr lang="nb-NO" sz="2500" dirty="0">
                <a:latin typeface="Century Schoolbook" panose="02040604050505020304" pitchFamily="18" charset="0"/>
              </a:rPr>
              <a:t>Storage, D., </a:t>
            </a:r>
            <a:r>
              <a:rPr lang="nb-NO" sz="2500" dirty="0" err="1">
                <a:latin typeface="Century Schoolbook" panose="02040604050505020304" pitchFamily="18" charset="0"/>
              </a:rPr>
              <a:t>Charlesworth</a:t>
            </a:r>
            <a:r>
              <a:rPr lang="nb-NO" sz="2500" dirty="0">
                <a:latin typeface="Century Schoolbook" panose="02040604050505020304" pitchFamily="18" charset="0"/>
              </a:rPr>
              <a:t>, T.E.S., </a:t>
            </a:r>
            <a:r>
              <a:rPr lang="nb-NO" sz="2500" dirty="0" err="1">
                <a:latin typeface="Century Schoolbook" panose="02040604050505020304" pitchFamily="18" charset="0"/>
              </a:rPr>
              <a:t>Banaji</a:t>
            </a:r>
            <a:r>
              <a:rPr lang="nb-NO" sz="2500" dirty="0">
                <a:latin typeface="Century Schoolbook" panose="02040604050505020304" pitchFamily="18" charset="0"/>
              </a:rPr>
              <a:t>, M.R. &amp; </a:t>
            </a:r>
            <a:r>
              <a:rPr lang="nb-NO" sz="2500" dirty="0" err="1">
                <a:latin typeface="Century Schoolbook" panose="02040604050505020304" pitchFamily="18" charset="0"/>
              </a:rPr>
              <a:t>Cimpian</a:t>
            </a:r>
            <a:r>
              <a:rPr lang="nb-NO" sz="2500" dirty="0">
                <a:latin typeface="Century Schoolbook" panose="02040604050505020304" pitchFamily="18" charset="0"/>
              </a:rPr>
              <a:t>, A. (2020). «Adults and </a:t>
            </a:r>
            <a:r>
              <a:rPr lang="nb-NO" sz="2500" dirty="0" err="1">
                <a:latin typeface="Century Schoolbook" panose="02040604050505020304" pitchFamily="18" charset="0"/>
              </a:rPr>
              <a:t>children</a:t>
            </a:r>
            <a:r>
              <a:rPr lang="nb-NO" sz="2500" dirty="0">
                <a:latin typeface="Century Schoolbook" panose="02040604050505020304" pitchFamily="18" charset="0"/>
              </a:rPr>
              <a:t> </a:t>
            </a:r>
            <a:r>
              <a:rPr lang="nb-NO" sz="2500" dirty="0" err="1">
                <a:latin typeface="Century Schoolbook" panose="02040604050505020304" pitchFamily="18" charset="0"/>
              </a:rPr>
              <a:t>implicitly</a:t>
            </a:r>
            <a:r>
              <a:rPr lang="nb-NO" sz="2500" dirty="0">
                <a:latin typeface="Century Schoolbook" panose="02040604050505020304" pitchFamily="18" charset="0"/>
              </a:rPr>
              <a:t> </a:t>
            </a:r>
            <a:r>
              <a:rPr lang="nb-NO" sz="2500" dirty="0" err="1">
                <a:latin typeface="Century Schoolbook" panose="02040604050505020304" pitchFamily="18" charset="0"/>
              </a:rPr>
              <a:t>associate</a:t>
            </a:r>
            <a:r>
              <a:rPr lang="nb-NO" sz="2500" dirty="0">
                <a:latin typeface="Century Schoolbook" panose="02040604050505020304" pitchFamily="18" charset="0"/>
              </a:rPr>
              <a:t> </a:t>
            </a:r>
            <a:r>
              <a:rPr lang="nb-NO" sz="2500" dirty="0" err="1">
                <a:latin typeface="Century Schoolbook" panose="02040604050505020304" pitchFamily="18" charset="0"/>
              </a:rPr>
              <a:t>brilliance</a:t>
            </a:r>
            <a:r>
              <a:rPr lang="nb-NO" sz="2500" dirty="0">
                <a:latin typeface="Century Schoolbook" panose="02040604050505020304" pitchFamily="18" charset="0"/>
              </a:rPr>
              <a:t> </a:t>
            </a:r>
            <a:r>
              <a:rPr lang="nb-NO" sz="2500" dirty="0" err="1">
                <a:latin typeface="Century Schoolbook" panose="02040604050505020304" pitchFamily="18" charset="0"/>
              </a:rPr>
              <a:t>with</a:t>
            </a:r>
            <a:r>
              <a:rPr lang="nb-NO" sz="2500" dirty="0">
                <a:latin typeface="Century Schoolbook" panose="02040604050505020304" pitchFamily="18" charset="0"/>
              </a:rPr>
              <a:t> men more </a:t>
            </a:r>
            <a:r>
              <a:rPr lang="nb-NO" sz="2500" dirty="0" err="1">
                <a:latin typeface="Century Schoolbook" panose="02040604050505020304" pitchFamily="18" charset="0"/>
              </a:rPr>
              <a:t>than</a:t>
            </a:r>
            <a:r>
              <a:rPr lang="nb-NO" sz="2500" dirty="0">
                <a:latin typeface="Century Schoolbook" panose="02040604050505020304" pitchFamily="18" charset="0"/>
              </a:rPr>
              <a:t> </a:t>
            </a:r>
            <a:r>
              <a:rPr lang="nb-NO" sz="2500" dirty="0" err="1">
                <a:latin typeface="Century Schoolbook" panose="02040604050505020304" pitchFamily="18" charset="0"/>
              </a:rPr>
              <a:t>women</a:t>
            </a:r>
            <a:r>
              <a:rPr lang="nb-NO" sz="2500" dirty="0">
                <a:latin typeface="Century Schoolbook" panose="02040604050505020304" pitchFamily="18" charset="0"/>
              </a:rPr>
              <a:t>». </a:t>
            </a:r>
            <a:r>
              <a:rPr lang="nb-NO" sz="2500" i="1" dirty="0">
                <a:latin typeface="Century Schoolbook" panose="02040604050505020304" pitchFamily="18" charset="0"/>
              </a:rPr>
              <a:t>Journal </a:t>
            </a:r>
            <a:r>
              <a:rPr lang="nb-NO" sz="2500" i="1" dirty="0" err="1">
                <a:latin typeface="Century Schoolbook" panose="02040604050505020304" pitchFamily="18" charset="0"/>
              </a:rPr>
              <a:t>of</a:t>
            </a:r>
            <a:r>
              <a:rPr lang="nb-NO" sz="2500" i="1" dirty="0">
                <a:latin typeface="Century Schoolbook" panose="02040604050505020304" pitchFamily="18" charset="0"/>
              </a:rPr>
              <a:t> </a:t>
            </a:r>
            <a:r>
              <a:rPr lang="nb-NO" sz="2500" i="1" dirty="0" err="1">
                <a:latin typeface="Century Schoolbook" panose="02040604050505020304" pitchFamily="18" charset="0"/>
              </a:rPr>
              <a:t>Experimental</a:t>
            </a:r>
            <a:r>
              <a:rPr lang="nb-NO" sz="2500" i="1" dirty="0">
                <a:latin typeface="Century Schoolbook" panose="02040604050505020304" pitchFamily="18" charset="0"/>
              </a:rPr>
              <a:t> </a:t>
            </a:r>
            <a:r>
              <a:rPr lang="nb-NO" sz="2500" i="1" dirty="0" err="1">
                <a:latin typeface="Century Schoolbook" panose="02040604050505020304" pitchFamily="18" charset="0"/>
              </a:rPr>
              <a:t>Social</a:t>
            </a:r>
            <a:r>
              <a:rPr lang="nb-NO" sz="2500" i="1" dirty="0">
                <a:latin typeface="Century Schoolbook" panose="02040604050505020304" pitchFamily="18" charset="0"/>
              </a:rPr>
              <a:t> </a:t>
            </a:r>
            <a:r>
              <a:rPr lang="nb-NO" sz="2500" i="1" dirty="0" err="1">
                <a:latin typeface="Century Schoolbook" panose="02040604050505020304" pitchFamily="18" charset="0"/>
              </a:rPr>
              <a:t>Psychology</a:t>
            </a:r>
            <a:r>
              <a:rPr lang="nb-NO" sz="2500" dirty="0">
                <a:latin typeface="Century Schoolbook" panose="02040604050505020304" pitchFamily="18" charset="0"/>
              </a:rPr>
              <a:t>.</a:t>
            </a:r>
            <a:br>
              <a:rPr lang="nb-NO" sz="2500" dirty="0">
                <a:latin typeface="Century Schoolbook" panose="02040604050505020304" pitchFamily="18" charset="0"/>
              </a:rPr>
            </a:br>
            <a:br>
              <a:rPr lang="nb-NO" sz="2500" dirty="0">
                <a:latin typeface="Century Schoolbook" panose="02040604050505020304" pitchFamily="18" charset="0"/>
              </a:rPr>
            </a:br>
            <a:r>
              <a:rPr lang="nb-NO" sz="2500" dirty="0">
                <a:latin typeface="Century Schoolbook" panose="02040604050505020304" pitchFamily="18" charset="0"/>
                <a:hlinkClick r:id="rId5"/>
              </a:rPr>
              <a:t>https://www.sciencedirect.com/science/article/abs/pii/S0022103120303607</a:t>
            </a:r>
            <a:endParaRPr lang="nb-NO" sz="2500" dirty="0">
              <a:latin typeface="Century Schoolbook" panose="02040604050505020304" pitchFamily="18" charset="0"/>
            </a:endParaRPr>
          </a:p>
        </p:txBody>
      </p:sp>
      <p:pic>
        <p:nvPicPr>
          <p:cNvPr id="4" name="Bilde 3" descr="Et bilde som inneholder tekst&#10;&#10;Automatisk generert beskrivelse">
            <a:extLst>
              <a:ext uri="{FF2B5EF4-FFF2-40B4-BE49-F238E27FC236}">
                <a16:creationId xmlns:a16="http://schemas.microsoft.com/office/drawing/2014/main" id="{DC4E3C00-11D8-5148-7981-1B5313829F14}"/>
              </a:ext>
            </a:extLst>
          </p:cNvPr>
          <p:cNvPicPr>
            <a:picLocks noChangeAspect="1"/>
          </p:cNvPicPr>
          <p:nvPr/>
        </p:nvPicPr>
        <p:blipFill rotWithShape="1">
          <a:blip r:embed="rId6">
            <a:extLst>
              <a:ext uri="{28A0092B-C50C-407E-A947-70E740481C1C}">
                <a14:useLocalDpi xmlns:a14="http://schemas.microsoft.com/office/drawing/2010/main" val="0"/>
              </a:ext>
            </a:extLst>
          </a:blip>
          <a:srcRect r="6489"/>
          <a:stretch/>
        </p:blipFill>
        <p:spPr>
          <a:xfrm>
            <a:off x="4923933" y="1772239"/>
            <a:ext cx="7268067" cy="4046512"/>
          </a:xfrm>
          <a:prstGeom prst="rect">
            <a:avLst/>
          </a:prstGeom>
        </p:spPr>
      </p:pic>
    </p:spTree>
    <p:extLst>
      <p:ext uri="{BB962C8B-B14F-4D97-AF65-F5344CB8AC3E}">
        <p14:creationId xmlns:p14="http://schemas.microsoft.com/office/powerpoint/2010/main" val="2955151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76944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4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Mytens politiske funksjon</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fontScale="92500" lnSpcReduction="20000"/>
          </a:bodyPr>
          <a:lstStyle/>
          <a:p>
            <a:pPr marL="342900" indent="-342900">
              <a:buFont typeface="Arial" panose="020B0604020202020204" pitchFamily="34" charset="0"/>
              <a:buChar char="•"/>
            </a:pPr>
            <a:r>
              <a:rPr lang="nb-NO" sz="2500" dirty="0">
                <a:latin typeface="Century Schoolbook" panose="02040604050505020304" pitchFamily="18" charset="0"/>
              </a:rPr>
              <a:t>Myten understøtter den eksisterende maktbalansen, gjennom å styrke visse gruppers epistemiske autoritet, og dermed også deres politiske autoritet:</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«I denne situasjonen, der fornuft og emosjoner tilordnes ulikt, er det lett å se den ideologiske funksjonen til myten om den nøytrale forskeren. Dens funksjon er åpenbart å styrke den epistemiske autoriteten til de gruppene som nå har makten, som stort sett består av hvite menn, og å diskreditere observasjonene og påstandene til de gruppene som nå er underordnede» (Jaggar 2021, 144–145).</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C376567F-DE97-E140-0050-15D31322416A}"/>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1557526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76944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4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Mytens politiske funksjon</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Begrepene og praksisene må forstås i sin historiske og sosiale kontekst:</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«I vår nåværende sosiale kontekst er derfor idealet om den nøytrale forskeren en klassediskriminerende, rasistisk, og fremfor alt, </a:t>
            </a:r>
            <a:r>
              <a:rPr lang="nb-NO" sz="2500" dirty="0" err="1">
                <a:latin typeface="Century Schoolbook" panose="02040604050505020304" pitchFamily="18" charset="0"/>
              </a:rPr>
              <a:t>mannsjåvinistisk</a:t>
            </a:r>
            <a:r>
              <a:rPr lang="nb-NO" sz="2500" dirty="0">
                <a:latin typeface="Century Schoolbook" panose="02040604050505020304" pitchFamily="18" charset="0"/>
              </a:rPr>
              <a:t> myte.» (Jaggar 2021, 145)</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858CB236-21D1-EC84-141C-A949C4DB261E}"/>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1906436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Epistemisk autoritet</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lnSpcReduction="10000"/>
          </a:bodyPr>
          <a:lstStyle/>
          <a:p>
            <a:pPr marL="342900" indent="-342900">
              <a:buFont typeface="Arial" panose="020B0604020202020204" pitchFamily="34" charset="0"/>
              <a:buChar char="•"/>
            </a:pPr>
            <a:r>
              <a:rPr lang="nb-NO" sz="2500" dirty="0">
                <a:latin typeface="Century Schoolbook" panose="02040604050505020304" pitchFamily="18" charset="0"/>
              </a:rPr>
              <a:t>Kunnskapsbygging er fundamentalt sett et sosialt prosjekt, og vi er gjensidig avhengig av hverandre.</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Da blir spørsmålet om hvem vi skal stole på avgjørende.</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Myten om den nøytrale forskeren preger hvilke trekk vi ser etter for å vurdere epistemisk autoritet, og dermed også hvilket vitnesbyrd vi tillegger mest troverdighet.</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25DF1DC4-7A18-361B-6446-EB195469D9ED}"/>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1559352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76944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4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Epistemisk urettferdighet</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fontScale="92500" lnSpcReduction="20000"/>
          </a:bodyPr>
          <a:lstStyle/>
          <a:p>
            <a:pPr marL="342900" indent="-342900">
              <a:buFont typeface="Arial" panose="020B0604020202020204" pitchFamily="34" charset="0"/>
              <a:buChar char="•"/>
            </a:pPr>
            <a:r>
              <a:rPr lang="nb-NO" sz="2500" dirty="0">
                <a:latin typeface="Century Schoolbook" panose="02040604050505020304" pitchFamily="18" charset="0"/>
              </a:rPr>
              <a:t>Siden epistemisk autoritet er ujevnt fordelt, kan vi snakke om epistemisk urettferdighet. Vi har ulik tilgang til kunnskapsproduksjon.</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Miranda </a:t>
            </a:r>
            <a:r>
              <a:rPr lang="nb-NO" sz="2500" dirty="0" err="1">
                <a:latin typeface="Century Schoolbook" panose="02040604050505020304" pitchFamily="18" charset="0"/>
              </a:rPr>
              <a:t>Fricker</a:t>
            </a:r>
            <a:r>
              <a:rPr lang="nb-NO" sz="2500" dirty="0">
                <a:latin typeface="Century Schoolbook" panose="02040604050505020304" pitchFamily="18" charset="0"/>
              </a:rPr>
              <a:t> (2007) har identifisert det som kalles «</a:t>
            </a:r>
            <a:r>
              <a:rPr lang="nb-NO" sz="2500" dirty="0" err="1">
                <a:latin typeface="Century Schoolbook" panose="02040604050505020304" pitchFamily="18" charset="0"/>
              </a:rPr>
              <a:t>testimonial</a:t>
            </a:r>
            <a:r>
              <a:rPr lang="nb-NO" sz="2500" dirty="0">
                <a:latin typeface="Century Schoolbook" panose="02040604050505020304" pitchFamily="18" charset="0"/>
              </a:rPr>
              <a:t> </a:t>
            </a:r>
            <a:r>
              <a:rPr lang="nb-NO" sz="2500" dirty="0" err="1">
                <a:latin typeface="Century Schoolbook" panose="02040604050505020304" pitchFamily="18" charset="0"/>
              </a:rPr>
              <a:t>injustice</a:t>
            </a:r>
            <a:r>
              <a:rPr lang="nb-NO" sz="2500" dirty="0">
                <a:latin typeface="Century Schoolbook" panose="02040604050505020304" pitchFamily="18" charset="0"/>
              </a:rPr>
              <a:t>»: Vi nedvurderer individers troverdighet på bakgrunn av fordommer mot deres sosiale gruppe.</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Individer kan holde seg selv tilbake for å unngå å forsterke fordommene mot gruppen.</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Også tilgangen til å stille relevante spørsmål, og interessante hypoteser blir preget.</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9EC0C016-04AA-86E8-382A-4F3385AE2695}"/>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710924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Fredløse emosjoner</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Standpunktteorien prøver å ta høyde for og bøte på denne epistemiske urettferdigheten.</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Et virkemiddel for å gjøre dette, er, ifølge Jaggar, å ta utgangspunkt i «fredløse emosjoner».</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Våre emosjoner er sosialt konstruerte, men samfunnet utøver ikke fullstendig kontroll over våre emosjoner.</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9BB7ED89-5A49-FDA5-29AC-7AFE0CF5B7F4}"/>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2172298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Fredløse emosjoner</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fontScale="92500" lnSpcReduction="10000"/>
          </a:bodyPr>
          <a:lstStyle/>
          <a:p>
            <a:pPr marL="342900" indent="-342900">
              <a:buFont typeface="Arial" panose="020B0604020202020204" pitchFamily="34" charset="0"/>
              <a:buChar char="•"/>
            </a:pPr>
            <a:r>
              <a:rPr lang="nb-NO" sz="2500" dirty="0">
                <a:latin typeface="Century Schoolbook" panose="02040604050505020304" pitchFamily="18" charset="0"/>
              </a:rPr>
              <a:t>Fredløse emosjoner er de som ikke passer inn i de konvensjonelt akseptable emosjonene:</a:t>
            </a:r>
          </a:p>
          <a:p>
            <a:pPr marL="342900" indent="-342900">
              <a:buFont typeface="Arial" panose="020B0604020202020204" pitchFamily="34" charset="0"/>
              <a:buChar char="•"/>
            </a:pPr>
            <a:endParaRPr lang="nb-NO" sz="2500" dirty="0">
              <a:latin typeface="Century Schoolbook" panose="02040604050505020304" pitchFamily="18" charset="0"/>
            </a:endParaRPr>
          </a:p>
          <a:p>
            <a:pPr marL="571500" lvl="1" indent="-342900">
              <a:buFont typeface="Arial" panose="020B0604020202020204" pitchFamily="34" charset="0"/>
              <a:buChar char="•"/>
            </a:pPr>
            <a:r>
              <a:rPr lang="nb-NO" sz="2500" dirty="0">
                <a:latin typeface="Century Schoolbook" panose="02040604050505020304" pitchFamily="18" charset="0"/>
              </a:rPr>
              <a:t>Man kan oppleve sinne, hvor andre ser humor.</a:t>
            </a:r>
          </a:p>
          <a:p>
            <a:pPr marL="571500" lvl="1" indent="-342900">
              <a:buFont typeface="Arial" panose="020B0604020202020204" pitchFamily="34" charset="0"/>
              <a:buChar char="•"/>
            </a:pPr>
            <a:r>
              <a:rPr lang="nb-NO" sz="2500" dirty="0">
                <a:latin typeface="Century Schoolbook" panose="02040604050505020304" pitchFamily="18" charset="0"/>
              </a:rPr>
              <a:t>Man kan oppleve motvilje, heller enn takknemlighet.</a:t>
            </a:r>
          </a:p>
          <a:p>
            <a:pPr marL="571500" lvl="1" indent="-342900">
              <a:buFont typeface="Arial" panose="020B0604020202020204" pitchFamily="34" charset="0"/>
              <a:buChar char="•"/>
            </a:pPr>
            <a:r>
              <a:rPr lang="nb-NO" sz="2500" dirty="0">
                <a:latin typeface="Century Schoolbook" panose="02040604050505020304" pitchFamily="18" charset="0"/>
              </a:rPr>
              <a:t>Man kan oppleve tiltrekning, heller enn avsky.</a:t>
            </a:r>
          </a:p>
          <a:p>
            <a:pPr marL="571500" lvl="1"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Dette vil typisk finnes hos individer som tilhører den marginaliserte gruppen og som er underordnet et makthegemoni.</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AE87777C-96F2-FF9B-97BB-23B8DF65FC71}"/>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3342290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Fredløse emosjoner</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«Når enkelte emosjoner blir delt eller akseptert av andre, derimot, legges grunnlaget for en subkultur bestemt av oppfatninger, normer og verdier som systematisk utfordrer de rådende oppfatningene, normene og verdiene. Ved å danne grunnlaget for en slik subkultur kan fredløse emosjoner bli politiske fordi de er epistemologisk revolusjonære.» (Jaggar 2021, 146)</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0EB3170E-DCC0-E4A0-5F2A-45E2A610397F}"/>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852429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4638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9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Epistemisk privilegium</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De fredløse emosjonene tillater oss å se virkeligheten på et mer pluralistisk vis, og det tillater oss også å bygge teorier som kan understøtte et mer kritisk syn på virkeligheten.</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Det er en «dialektisk» relasjon mellom emosjoner og kritisk samfunnsteori.</a:t>
            </a:r>
          </a:p>
          <a:p>
            <a:pPr marL="571500" lvl="1" indent="-342900">
              <a:buFont typeface="Arial" panose="020B0604020202020204" pitchFamily="34" charset="0"/>
              <a:buChar char="•"/>
            </a:pPr>
            <a:r>
              <a:rPr lang="nb-NO" sz="2500" dirty="0">
                <a:latin typeface="Century Schoolbook" panose="02040604050505020304" pitchFamily="18" charset="0"/>
              </a:rPr>
              <a:t>Et standpunkt er ikke noe man har bare i lys av et perspektiv, men noe man kjemper seg frem til.</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436598E3-C32A-58CF-9C46-D06ED24DFBE7}"/>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4234490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84638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9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Epistemisk privilegium</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lnSpcReduction="10000"/>
          </a:bodyPr>
          <a:lstStyle/>
          <a:p>
            <a:pPr marL="342900" indent="-342900">
              <a:buFont typeface="Arial" panose="020B0604020202020204" pitchFamily="34" charset="0"/>
              <a:buChar char="•"/>
            </a:pPr>
            <a:r>
              <a:rPr lang="nb-NO" sz="2500" dirty="0">
                <a:latin typeface="Century Schoolbook" panose="02040604050505020304" pitchFamily="18" charset="0"/>
              </a:rPr>
              <a:t>Som standspunktteoretiker mener Jaggar at marginaliserte grupper har en privilegert tilgang til verden i kraft av deres erfaringer og sosiale rolle, selv om de ikke er ufeilbarlige. De møter verden på måter som ofte er utilgjengelige og usynlige for majoriteten.</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Og i undersøkelser hvor vi må velge hvilke emosjoner vi skal legge til grunn, bør vi ta de marginalisertes posisjon, på grunn av dets kritiske potensiale.</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FD9E04BE-E16C-E610-36BE-C76FE82C5CB5}"/>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2023064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846386"/>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9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Epistemisk privilegium</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marR="0" lvl="0" indent="-342900" algn="l" defTabSz="2286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b-NO" sz="2500" b="0" i="0" u="none" strike="noStrike" kern="1200" cap="none" spc="0" normalizeH="0" baseline="0" noProof="0">
                <a:ln>
                  <a:noFill/>
                </a:ln>
                <a:solidFill>
                  <a:schemeClr val="tx1"/>
                </a:solidFill>
                <a:effectLst/>
                <a:uLnTx/>
                <a:uFillTx/>
                <a:latin typeface="Century Schoolbook" panose="02040604050505020304" pitchFamily="18" charset="0"/>
                <a:ea typeface="+mn-ea"/>
                <a:cs typeface="+mn-cs"/>
              </a:rPr>
              <a:t>Det underliggende normative idealet bak hvilke fredløse emosjoner som skal løftes opp:</a:t>
            </a:r>
          </a:p>
          <a:p>
            <a:pPr marL="228600" marR="0" lvl="1" indent="0" algn="l" defTabSz="228600" rtl="0" eaLnBrk="1" fontAlgn="auto" latinLnBrk="0" hangingPunct="1">
              <a:lnSpc>
                <a:spcPct val="100000"/>
              </a:lnSpc>
              <a:spcBef>
                <a:spcPts val="0"/>
              </a:spcBef>
              <a:spcAft>
                <a:spcPts val="0"/>
              </a:spcAft>
              <a:buClrTx/>
              <a:buSzTx/>
              <a:buFontTx/>
              <a:buNone/>
              <a:tabLst/>
              <a:defRPr/>
            </a:pPr>
            <a:br>
              <a:rPr kumimoji="0" lang="nb-NO" sz="2500" b="0" i="0" u="none" strike="noStrike" kern="1200" cap="none" spc="0" normalizeH="0" baseline="0" noProof="0">
                <a:ln>
                  <a:noFill/>
                </a:ln>
                <a:solidFill>
                  <a:schemeClr val="tx1"/>
                </a:solidFill>
                <a:effectLst/>
                <a:uLnTx/>
                <a:uFillTx/>
                <a:latin typeface="Century Schoolbook" panose="02040604050505020304" pitchFamily="18" charset="0"/>
                <a:ea typeface="+mn-ea"/>
                <a:cs typeface="+mn-cs"/>
              </a:rPr>
            </a:br>
            <a:r>
              <a:rPr kumimoji="0" lang="nb-NO" sz="2500" b="0" i="0" u="none" strike="noStrike" kern="1200" cap="none" spc="0" normalizeH="0" baseline="0" noProof="0">
                <a:ln>
                  <a:noFill/>
                </a:ln>
                <a:solidFill>
                  <a:schemeClr val="tx1"/>
                </a:solidFill>
                <a:effectLst/>
                <a:uLnTx/>
                <a:uFillTx/>
                <a:latin typeface="Century Schoolbook" panose="02040604050505020304" pitchFamily="18" charset="0"/>
                <a:ea typeface="+mn-ea"/>
                <a:cs typeface="+mn-cs"/>
              </a:rPr>
              <a:t>«emosjoner er passende om de er karakteristiske for et samfunn der </a:t>
            </a:r>
            <a:r>
              <a:rPr kumimoji="0" lang="nb-NO" sz="2500" b="0" i="0" u="sng" strike="noStrike" kern="1200" cap="none" spc="0" normalizeH="0" baseline="0" noProof="0">
                <a:ln>
                  <a:noFill/>
                </a:ln>
                <a:solidFill>
                  <a:schemeClr val="tx1"/>
                </a:solidFill>
                <a:effectLst/>
                <a:uLnTx/>
                <a:uFillTx/>
                <a:latin typeface="Century Schoolbook" panose="02040604050505020304" pitchFamily="18" charset="0"/>
                <a:ea typeface="+mn-ea"/>
                <a:cs typeface="+mn-cs"/>
              </a:rPr>
              <a:t>alle</a:t>
            </a:r>
            <a:r>
              <a:rPr kumimoji="0" lang="nb-NO" sz="2500" b="0" i="0" u="none" strike="noStrike" kern="1200" cap="none" spc="0" normalizeH="0" baseline="0" noProof="0">
                <a:ln>
                  <a:noFill/>
                </a:ln>
                <a:solidFill>
                  <a:schemeClr val="tx1"/>
                </a:solidFill>
                <a:effectLst/>
                <a:uLnTx/>
                <a:uFillTx/>
                <a:latin typeface="Century Schoolbook" panose="02040604050505020304" pitchFamily="18" charset="0"/>
                <a:ea typeface="+mn-ea"/>
                <a:cs typeface="+mn-cs"/>
              </a:rPr>
              <a:t> mennesker (og muligens også noe ikke-menneskelig liv) trives, eller om de leder til at et slikt samfunn etableres» (Jagger, 148).</a:t>
            </a:r>
            <a:endParaRPr kumimoji="0" lang="nb-NO" sz="2500" b="0" i="0" u="none" strike="noStrike" kern="1200" cap="none" spc="0" normalizeH="0" baseline="0" noProof="0" dirty="0">
              <a:ln>
                <a:noFill/>
              </a:ln>
              <a:solidFill>
                <a:schemeClr val="tx1"/>
              </a:solidFill>
              <a:effectLst/>
              <a:uLnTx/>
              <a:uFillTx/>
              <a:latin typeface="Century Schoolbook" panose="02040604050505020304" pitchFamily="18" charset="0"/>
              <a:ea typeface="+mn-ea"/>
              <a:cs typeface="+mn-cs"/>
            </a:endParaRP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FD9E04BE-E16C-E610-36BE-C76FE82C5CB5}"/>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3379783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Konklusjon</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Standpunktteorien skal bidra til en økt refleksivitet hos forskeren.</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Den skal også bidra til utviklingen av en mer adekvate emosjoner, siden det er en feedback-loop mellom emosjoner og teori.</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a:latin typeface="Century Schoolbook" panose="02040604050505020304" pitchFamily="18" charset="0"/>
              </a:rPr>
              <a:t>Den skal ikke gjøre emosjoner til fornuftens konkurrent, men heller bryte ned den strenge dikotomien, og få frem samspillet.</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C2AAF871-1B3B-4542-56A5-54D7C7F3BED2}"/>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1572248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Konklusjon</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fontScale="92500"/>
          </a:bodyPr>
          <a:lstStyle/>
          <a:p>
            <a:pPr marL="342900" indent="-342900">
              <a:buFont typeface="Arial" panose="020B0604020202020204" pitchFamily="34" charset="0"/>
              <a:buChar char="•"/>
            </a:pPr>
            <a:r>
              <a:rPr lang="nb-NO" sz="2500" dirty="0">
                <a:latin typeface="Century Schoolbook" panose="02040604050505020304" pitchFamily="18" charset="0"/>
              </a:rPr>
              <a:t>«Modellen for viten som foreslås her, er ikke-hierarkisk og anti-fundamentalistisk. I stedet er det mer hensiktsmessig å symbolisere den med den radikale feministiske metaforen om den oppadgående spiralen. I vår </a:t>
            </a:r>
            <a:r>
              <a:rPr lang="nb-NO" sz="2500" dirty="0" err="1">
                <a:latin typeface="Century Schoolbook" panose="02040604050505020304" pitchFamily="18" charset="0"/>
              </a:rPr>
              <a:t>teoribygging</a:t>
            </a:r>
            <a:r>
              <a:rPr lang="nb-NO" sz="2500" dirty="0">
                <a:latin typeface="Century Schoolbook" panose="02040604050505020304" pitchFamily="18" charset="0"/>
              </a:rPr>
              <a:t> er emosjoner ikke mer grunnleggende enn observasjon, fornuft eller handling, men heller ikke sekundære. Hver av disse menneskelige egenskapene reflekterer en side ved menneskelig erkjennelse som er uatskillelig fra de andre sidene.» (Jaggar 2021, 151)</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09123FCF-3BEB-A6D3-19AD-F02CBDF2CC31}"/>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3410557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76944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4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Et nyttig ideal?</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Men kan det allikevel tenkes at myten om den nøytrale forskeren er et nyttig ideal, selv om det ikke er en realitet? Kan det fremdeles være noe vi burde kjempe for å realisere?</a:t>
            </a:r>
          </a:p>
          <a:p>
            <a:pPr marL="342900" indent="-342900">
              <a:buFont typeface="Arial" panose="020B0604020202020204" pitchFamily="34" charset="0"/>
              <a:buChar char="•"/>
            </a:pPr>
            <a:endParaRPr lang="nb-NO" sz="2500" dirty="0">
              <a:latin typeface="Century Schoolbook" panose="02040604050505020304" pitchFamily="18" charset="0"/>
            </a:endParaRP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EB1946F9-F138-1231-152D-3C4B59B1916C}"/>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3263642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 uri="{C183D7F6-B498-43B3-948B-1728B52AA6E4}">
                <adec:decorative xmlns:adec="http://schemas.microsoft.com/office/drawing/2017/decorative" val="1"/>
              </a:ext>
            </a:extLst>
          </p:cNvPr>
          <p:cNvSpPr txBox="1">
            <a:spLocks noGrp="1"/>
          </p:cNvSpPr>
          <p:nvPr>
            <p:ph type="title" idx="4294967295"/>
          </p:nvPr>
        </p:nvSpPr>
        <p:spPr>
          <a:xfrm>
            <a:off x="504333" y="443059"/>
            <a:ext cx="6953823" cy="769441"/>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44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Et nyttig ideal?</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fontScale="92500" lnSpcReduction="10000"/>
          </a:bodyPr>
          <a:lstStyle/>
          <a:p>
            <a:pPr marL="342900" indent="-342900">
              <a:buFont typeface="Arial" panose="020B0604020202020204" pitchFamily="34" charset="0"/>
              <a:buChar char="•"/>
            </a:pPr>
            <a:r>
              <a:rPr lang="nb-NO" sz="2500" dirty="0">
                <a:latin typeface="Century Schoolbook" panose="02040604050505020304" pitchFamily="18" charset="0"/>
              </a:rPr>
              <a:t>«Mitt eget syn er at kontrafaktuelle myter som regel ikke har de fordelene som det reklameres for, og at denne ikke er et unntak. Denne myten fostrer en like mytisk oppfatning av ren sannhet og objektivitet, helt uavhengig av menneskelige interesser eller lyster, og dermed blir dens funksjon å tildekke at hverken teori og praksis eller vitenskap og politikk lar seg atskille. Dermed er den en del av et antidemokratisk verdenssyn som tilslører den politiske dimensjonen ved kunnskap og urettmessig innskrenker arenaen for politisk debatt.» (Jaggar 2021, 145, </a:t>
            </a:r>
            <a:r>
              <a:rPr lang="nb-NO" sz="2500" dirty="0" err="1">
                <a:latin typeface="Century Schoolbook" panose="02040604050505020304" pitchFamily="18" charset="0"/>
              </a:rPr>
              <a:t>fn</a:t>
            </a:r>
            <a:r>
              <a:rPr lang="nb-NO" sz="2500" dirty="0">
                <a:latin typeface="Century Schoolbook" panose="02040604050505020304" pitchFamily="18" charset="0"/>
              </a:rPr>
              <a:t>. 18)</a:t>
            </a:r>
          </a:p>
        </p:txBody>
      </p:sp>
      <p:pic>
        <p:nvPicPr>
          <p:cNvPr id="2" name="Bilde 1">
            <a:extLst>
              <a:ext uri="{FF2B5EF4-FFF2-40B4-BE49-F238E27FC236}">
                <a16:creationId xmlns:a16="http://schemas.microsoft.com/office/drawing/2014/main" id="{07E0E4CE-C32E-4FDC-BE47-3E365E54A14F}"/>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1166AB5D-E8FE-867F-1C67-39EACA9146A7}"/>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4012385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Plassholder for tekst 9">
            <a:extLst>
              <a:ext uri="{FF2B5EF4-FFF2-40B4-BE49-F238E27FC236}">
                <a16:creationId xmlns:a16="http://schemas.microsoft.com/office/drawing/2014/main" id="{D7EB59A7-1DE6-1444-8AB1-D4E7F22F236A}"/>
              </a:ext>
              <a:ext uri="{C183D7F6-B498-43B3-948B-1728B52AA6E4}">
                <adec:decorative xmlns:adec="http://schemas.microsoft.com/office/drawing/2017/decorative" val="1"/>
              </a:ext>
            </a:extLst>
          </p:cNvPr>
          <p:cNvSpPr>
            <a:spLocks noGrp="1"/>
          </p:cNvSpPr>
          <p:nvPr>
            <p:ph type="body" sz="quarter" idx="14"/>
          </p:nvPr>
        </p:nvSpPr>
        <p:spPr>
          <a:xfrm>
            <a:off x="6432723" y="5832579"/>
            <a:ext cx="1025436" cy="1025421"/>
          </a:xfrm>
          <a:blipFill dpi="0" rotWithShape="1">
            <a:blip r:embed="rId3">
              <a:extLst>
                <a:ext uri="{96DAC541-7B7A-43D3-8B79-37D633B846F1}">
                  <asvg:svgBlip xmlns:asvg="http://schemas.microsoft.com/office/drawing/2016/SVG/main" r:embed="rId4"/>
                </a:ext>
              </a:extLst>
            </a:blip>
            <a:srcRect/>
            <a:stretch>
              <a:fillRect/>
            </a:stretch>
          </a:blipFill>
          <a:ln>
            <a:noFill/>
          </a:ln>
        </p:spPr>
        <p:txBody>
          <a:bodyPr/>
          <a:lstStyle/>
          <a:p>
            <a:endParaRPr lang="nb-NO" dirty="0"/>
          </a:p>
        </p:txBody>
      </p:sp>
      <p:sp>
        <p:nvSpPr>
          <p:cNvPr id="11" name="Tittel 10">
            <a:extLst>
              <a:ext uri="{FF2B5EF4-FFF2-40B4-BE49-F238E27FC236}">
                <a16:creationId xmlns:a16="http://schemas.microsoft.com/office/drawing/2014/main" id="{19D0E61B-FC69-8B45-A476-DC7C46E5311D}"/>
              </a:ext>
            </a:extLst>
          </p:cNvPr>
          <p:cNvSpPr txBox="1">
            <a:spLocks noGrp="1"/>
          </p:cNvSpPr>
          <p:nvPr>
            <p:ph type="title" idx="4294967295"/>
          </p:nvPr>
        </p:nvSpPr>
        <p:spPr>
          <a:xfrm>
            <a:off x="504333" y="443059"/>
            <a:ext cx="6953823" cy="861774"/>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nb-NO" sz="5000" b="0" i="0" u="none" strike="noStrike" kern="1200" cap="none" spc="0" normalizeH="0" baseline="0" noProof="0" dirty="0">
                <a:ln>
                  <a:noFill/>
                </a:ln>
                <a:solidFill>
                  <a:schemeClr val="tx1"/>
                </a:solidFill>
                <a:effectLst/>
                <a:uLnTx/>
                <a:uFillTx/>
                <a:latin typeface="Century Schoolbook" panose="02040604050505020304" pitchFamily="18" charset="0"/>
                <a:ea typeface="Geneva" panose="020B0503030404040204" pitchFamily="34" charset="0"/>
                <a:cs typeface="+mn-cs"/>
              </a:rPr>
              <a:t>Videre lesing</a:t>
            </a:r>
          </a:p>
        </p:txBody>
      </p:sp>
      <p:sp>
        <p:nvSpPr>
          <p:cNvPr id="16" name="TekstSylinder 15">
            <a:extLst>
              <a:ext uri="{FF2B5EF4-FFF2-40B4-BE49-F238E27FC236}">
                <a16:creationId xmlns:a16="http://schemas.microsoft.com/office/drawing/2014/main" id="{55BD86A2-D9C2-4D48-A166-A1D23B77BA97}"/>
              </a:ext>
            </a:extLst>
          </p:cNvPr>
          <p:cNvSpPr txBox="1">
            <a:spLocks/>
          </p:cNvSpPr>
          <p:nvPr/>
        </p:nvSpPr>
        <p:spPr>
          <a:xfrm>
            <a:off x="504333" y="1772239"/>
            <a:ext cx="6953823" cy="4324261"/>
          </a:xfrm>
          <a:prstGeom prst="rect">
            <a:avLst/>
          </a:prstGeom>
          <a:noFill/>
        </p:spPr>
        <p:txBody>
          <a:bodyPr wrap="square" rtlCol="0">
            <a:normAutofit/>
          </a:bodyPr>
          <a:lstStyle/>
          <a:p>
            <a:pPr marL="342900" indent="-342900">
              <a:buFont typeface="Arial" panose="020B0604020202020204" pitchFamily="34" charset="0"/>
              <a:buChar char="•"/>
            </a:pPr>
            <a:r>
              <a:rPr lang="nb-NO" sz="2500" dirty="0">
                <a:latin typeface="Century Schoolbook" panose="02040604050505020304" pitchFamily="18" charset="0"/>
              </a:rPr>
              <a:t>Anderson, Elizabeth (2022). </a:t>
            </a:r>
            <a:r>
              <a:rPr lang="nb-NO" sz="2500" i="1" dirty="0">
                <a:latin typeface="Century Schoolbook" panose="02040604050505020304" pitchFamily="18" charset="0"/>
              </a:rPr>
              <a:t>Feminist </a:t>
            </a:r>
            <a:r>
              <a:rPr lang="nb-NO" sz="2500" i="1" dirty="0" err="1">
                <a:latin typeface="Century Schoolbook" panose="02040604050505020304" pitchFamily="18" charset="0"/>
              </a:rPr>
              <a:t>Epistemology</a:t>
            </a:r>
            <a:r>
              <a:rPr lang="nb-NO" sz="2500" i="1" dirty="0">
                <a:latin typeface="Century Schoolbook" panose="02040604050505020304" pitchFamily="18" charset="0"/>
              </a:rPr>
              <a:t> and </a:t>
            </a:r>
            <a:r>
              <a:rPr lang="nb-NO" sz="2500" i="1" dirty="0" err="1">
                <a:latin typeface="Century Schoolbook" panose="02040604050505020304" pitchFamily="18" charset="0"/>
              </a:rPr>
              <a:t>Philosophy</a:t>
            </a:r>
            <a:r>
              <a:rPr lang="nb-NO" sz="2500" i="1" dirty="0">
                <a:latin typeface="Century Schoolbook" panose="02040604050505020304" pitchFamily="18" charset="0"/>
              </a:rPr>
              <a:t> </a:t>
            </a:r>
            <a:r>
              <a:rPr lang="nb-NO" sz="2500" i="1" dirty="0" err="1">
                <a:latin typeface="Century Schoolbook" panose="02040604050505020304" pitchFamily="18" charset="0"/>
              </a:rPr>
              <a:t>of</a:t>
            </a:r>
            <a:r>
              <a:rPr lang="nb-NO" sz="2500" i="1" dirty="0">
                <a:latin typeface="Century Schoolbook" panose="02040604050505020304" pitchFamily="18" charset="0"/>
              </a:rPr>
              <a:t> Science</a:t>
            </a:r>
            <a:r>
              <a:rPr lang="nb-NO" sz="2500" dirty="0">
                <a:latin typeface="Century Schoolbook" panose="02040604050505020304" pitchFamily="18" charset="0"/>
              </a:rPr>
              <a:t>. Stanford Encyclopedia </a:t>
            </a:r>
            <a:r>
              <a:rPr lang="nb-NO" sz="2500" dirty="0" err="1">
                <a:latin typeface="Century Schoolbook" panose="02040604050505020304" pitchFamily="18" charset="0"/>
              </a:rPr>
              <a:t>of</a:t>
            </a:r>
            <a:r>
              <a:rPr lang="nb-NO" sz="2500" dirty="0">
                <a:latin typeface="Century Schoolbook" panose="02040604050505020304" pitchFamily="18" charset="0"/>
              </a:rPr>
              <a:t> </a:t>
            </a:r>
            <a:r>
              <a:rPr lang="nb-NO" sz="2500" dirty="0" err="1">
                <a:latin typeface="Century Schoolbook" panose="02040604050505020304" pitchFamily="18" charset="0"/>
              </a:rPr>
              <a:t>Philosophy</a:t>
            </a:r>
            <a:r>
              <a:rPr lang="nb-NO" sz="2500" dirty="0">
                <a:latin typeface="Century Schoolbook" panose="02040604050505020304" pitchFamily="18" charset="0"/>
              </a:rPr>
              <a:t>.</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err="1">
                <a:latin typeface="Century Schoolbook" panose="02040604050505020304" pitchFamily="18" charset="0"/>
              </a:rPr>
              <a:t>Fricker</a:t>
            </a:r>
            <a:r>
              <a:rPr lang="nb-NO" sz="2500" dirty="0">
                <a:latin typeface="Century Schoolbook" panose="02040604050505020304" pitchFamily="18" charset="0"/>
              </a:rPr>
              <a:t>, Miranda (2007). </a:t>
            </a:r>
            <a:r>
              <a:rPr lang="nb-NO" sz="2500" i="1" dirty="0" err="1">
                <a:latin typeface="Century Schoolbook" panose="02040604050505020304" pitchFamily="18" charset="0"/>
              </a:rPr>
              <a:t>Epistemic</a:t>
            </a:r>
            <a:r>
              <a:rPr lang="nb-NO" sz="2500" i="1" dirty="0">
                <a:latin typeface="Century Schoolbook" panose="02040604050505020304" pitchFamily="18" charset="0"/>
              </a:rPr>
              <a:t> </a:t>
            </a:r>
            <a:r>
              <a:rPr lang="nb-NO" sz="2500" i="1" dirty="0" err="1">
                <a:latin typeface="Century Schoolbook" panose="02040604050505020304" pitchFamily="18" charset="0"/>
              </a:rPr>
              <a:t>injustice</a:t>
            </a:r>
            <a:r>
              <a:rPr lang="nb-NO" sz="2500" i="1" dirty="0">
                <a:latin typeface="Century Schoolbook" panose="02040604050505020304" pitchFamily="18" charset="0"/>
              </a:rPr>
              <a:t>: </a:t>
            </a:r>
            <a:r>
              <a:rPr lang="nb-NO" sz="2500" i="1" dirty="0" err="1">
                <a:latin typeface="Century Schoolbook" panose="02040604050505020304" pitchFamily="18" charset="0"/>
              </a:rPr>
              <a:t>power</a:t>
            </a:r>
            <a:r>
              <a:rPr lang="nb-NO" sz="2500" i="1" dirty="0">
                <a:latin typeface="Century Schoolbook" panose="02040604050505020304" pitchFamily="18" charset="0"/>
              </a:rPr>
              <a:t> and </a:t>
            </a:r>
            <a:r>
              <a:rPr lang="nb-NO" sz="2500" i="1" dirty="0" err="1">
                <a:latin typeface="Century Schoolbook" panose="02040604050505020304" pitchFamily="18" charset="0"/>
              </a:rPr>
              <a:t>the</a:t>
            </a:r>
            <a:r>
              <a:rPr lang="nb-NO" sz="2500" i="1" dirty="0">
                <a:latin typeface="Century Schoolbook" panose="02040604050505020304" pitchFamily="18" charset="0"/>
              </a:rPr>
              <a:t> </a:t>
            </a:r>
            <a:r>
              <a:rPr lang="nb-NO" sz="2500" i="1" dirty="0" err="1">
                <a:latin typeface="Century Schoolbook" panose="02040604050505020304" pitchFamily="18" charset="0"/>
              </a:rPr>
              <a:t>ethics</a:t>
            </a:r>
            <a:r>
              <a:rPr lang="nb-NO" sz="2500" i="1" dirty="0">
                <a:latin typeface="Century Schoolbook" panose="02040604050505020304" pitchFamily="18" charset="0"/>
              </a:rPr>
              <a:t> </a:t>
            </a:r>
            <a:r>
              <a:rPr lang="nb-NO" sz="2500" i="1" dirty="0" err="1">
                <a:latin typeface="Century Schoolbook" panose="02040604050505020304" pitchFamily="18" charset="0"/>
              </a:rPr>
              <a:t>of</a:t>
            </a:r>
            <a:r>
              <a:rPr lang="nb-NO" sz="2500" i="1" dirty="0">
                <a:latin typeface="Century Schoolbook" panose="02040604050505020304" pitchFamily="18" charset="0"/>
              </a:rPr>
              <a:t> </a:t>
            </a:r>
            <a:r>
              <a:rPr lang="nb-NO" sz="2500" i="1" dirty="0" err="1">
                <a:latin typeface="Century Schoolbook" panose="02040604050505020304" pitchFamily="18" charset="0"/>
              </a:rPr>
              <a:t>knowing</a:t>
            </a:r>
            <a:r>
              <a:rPr lang="nb-NO" sz="2500" dirty="0">
                <a:latin typeface="Century Schoolbook" panose="02040604050505020304" pitchFamily="18" charset="0"/>
              </a:rPr>
              <a:t>. Oxford: Oxford </a:t>
            </a:r>
            <a:r>
              <a:rPr lang="nb-NO" sz="2500" dirty="0" err="1">
                <a:latin typeface="Century Schoolbook" panose="02040604050505020304" pitchFamily="18" charset="0"/>
              </a:rPr>
              <a:t>University</a:t>
            </a:r>
            <a:r>
              <a:rPr lang="nb-NO" sz="2500" dirty="0">
                <a:latin typeface="Century Schoolbook" panose="02040604050505020304" pitchFamily="18" charset="0"/>
              </a:rPr>
              <a:t> Press.</a:t>
            </a:r>
          </a:p>
          <a:p>
            <a:pPr marL="342900" indent="-342900">
              <a:buFont typeface="Arial" panose="020B0604020202020204" pitchFamily="34" charset="0"/>
              <a:buChar char="•"/>
            </a:pPr>
            <a:endParaRPr lang="nb-NO" sz="2500" dirty="0">
              <a:latin typeface="Century Schoolbook" panose="02040604050505020304" pitchFamily="18" charset="0"/>
            </a:endParaRPr>
          </a:p>
          <a:p>
            <a:pPr marL="342900" indent="-342900">
              <a:buFont typeface="Arial" panose="020B0604020202020204" pitchFamily="34" charset="0"/>
              <a:buChar char="•"/>
            </a:pPr>
            <a:r>
              <a:rPr lang="nb-NO" sz="2500" dirty="0" err="1">
                <a:latin typeface="Century Schoolbook" panose="02040604050505020304" pitchFamily="18" charset="0"/>
              </a:rPr>
              <a:t>Haslanger</a:t>
            </a:r>
            <a:r>
              <a:rPr lang="nb-NO" sz="2500" dirty="0">
                <a:latin typeface="Century Schoolbook" panose="02040604050505020304" pitchFamily="18" charset="0"/>
              </a:rPr>
              <a:t>, Sally (2013). </a:t>
            </a:r>
            <a:r>
              <a:rPr lang="nb-NO" sz="2500" i="1" dirty="0" err="1">
                <a:latin typeface="Century Schoolbook" panose="02040604050505020304" pitchFamily="18" charset="0"/>
              </a:rPr>
              <a:t>Resisting</a:t>
            </a:r>
            <a:r>
              <a:rPr lang="nb-NO" sz="2500" i="1" dirty="0">
                <a:latin typeface="Century Schoolbook" panose="02040604050505020304" pitchFamily="18" charset="0"/>
              </a:rPr>
              <a:t> </a:t>
            </a:r>
            <a:r>
              <a:rPr lang="nb-NO" sz="2500" i="1" dirty="0" err="1">
                <a:latin typeface="Century Schoolbook" panose="02040604050505020304" pitchFamily="18" charset="0"/>
              </a:rPr>
              <a:t>reality</a:t>
            </a:r>
            <a:r>
              <a:rPr lang="nb-NO" sz="2500" i="1" dirty="0">
                <a:latin typeface="Century Schoolbook" panose="02040604050505020304" pitchFamily="18" charset="0"/>
              </a:rPr>
              <a:t>: </a:t>
            </a:r>
            <a:r>
              <a:rPr lang="nb-NO" sz="2500" i="1" dirty="0" err="1">
                <a:latin typeface="Century Schoolbook" panose="02040604050505020304" pitchFamily="18" charset="0"/>
              </a:rPr>
              <a:t>Social</a:t>
            </a:r>
            <a:r>
              <a:rPr lang="nb-NO" sz="2500" i="1" dirty="0">
                <a:latin typeface="Century Schoolbook" panose="02040604050505020304" pitchFamily="18" charset="0"/>
              </a:rPr>
              <a:t> </a:t>
            </a:r>
            <a:r>
              <a:rPr lang="nb-NO" sz="2500" i="1" dirty="0" err="1">
                <a:latin typeface="Century Schoolbook" panose="02040604050505020304" pitchFamily="18" charset="0"/>
              </a:rPr>
              <a:t>construction</a:t>
            </a:r>
            <a:r>
              <a:rPr lang="nb-NO" sz="2500" i="1" dirty="0">
                <a:latin typeface="Century Schoolbook" panose="02040604050505020304" pitchFamily="18" charset="0"/>
              </a:rPr>
              <a:t> and </a:t>
            </a:r>
            <a:r>
              <a:rPr lang="nb-NO" sz="2500" i="1" dirty="0" err="1">
                <a:latin typeface="Century Schoolbook" panose="02040604050505020304" pitchFamily="18" charset="0"/>
              </a:rPr>
              <a:t>social</a:t>
            </a:r>
            <a:r>
              <a:rPr lang="nb-NO" sz="2500" i="1" dirty="0">
                <a:latin typeface="Century Schoolbook" panose="02040604050505020304" pitchFamily="18" charset="0"/>
              </a:rPr>
              <a:t> </a:t>
            </a:r>
            <a:r>
              <a:rPr lang="nb-NO" sz="2500" i="1" dirty="0" err="1">
                <a:latin typeface="Century Schoolbook" panose="02040604050505020304" pitchFamily="18" charset="0"/>
              </a:rPr>
              <a:t>critique</a:t>
            </a:r>
            <a:r>
              <a:rPr lang="nb-NO" sz="2500" dirty="0">
                <a:latin typeface="Century Schoolbook" panose="02040604050505020304" pitchFamily="18" charset="0"/>
              </a:rPr>
              <a:t>. Oxford: Oxford </a:t>
            </a:r>
            <a:r>
              <a:rPr lang="nb-NO" sz="2500" dirty="0" err="1">
                <a:latin typeface="Century Schoolbook" panose="02040604050505020304" pitchFamily="18" charset="0"/>
              </a:rPr>
              <a:t>University</a:t>
            </a:r>
            <a:r>
              <a:rPr lang="nb-NO" sz="2500" dirty="0">
                <a:latin typeface="Century Schoolbook" panose="02040604050505020304" pitchFamily="18" charset="0"/>
              </a:rPr>
              <a:t> Press.</a:t>
            </a:r>
          </a:p>
        </p:txBody>
      </p:sp>
      <p:pic>
        <p:nvPicPr>
          <p:cNvPr id="2" name="Bilde 1">
            <a:extLst>
              <a:ext uri="{FF2B5EF4-FFF2-40B4-BE49-F238E27FC236}">
                <a16:creationId xmlns:a16="http://schemas.microsoft.com/office/drawing/2014/main" id="{73342819-DCEF-2BDC-7B8A-F85DF64DA889}"/>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l="6211" r="10221"/>
          <a:stretch/>
        </p:blipFill>
        <p:spPr>
          <a:xfrm>
            <a:off x="7458156" y="0"/>
            <a:ext cx="4733844" cy="6858000"/>
          </a:xfrm>
          <a:prstGeom prst="rect">
            <a:avLst/>
          </a:prstGeom>
        </p:spPr>
      </p:pic>
      <p:sp>
        <p:nvSpPr>
          <p:cNvPr id="3" name="TekstSylinder 2">
            <a:extLst>
              <a:ext uri="{FF2B5EF4-FFF2-40B4-BE49-F238E27FC236}">
                <a16:creationId xmlns:a16="http://schemas.microsoft.com/office/drawing/2014/main" id="{578CD384-D4F4-8242-420F-EBF44E583AE9}"/>
              </a:ext>
              <a:ext uri="{C183D7F6-B498-43B3-948B-1728B52AA6E4}">
                <adec:decorative xmlns:adec="http://schemas.microsoft.com/office/drawing/2017/decorative" val="1"/>
              </a:ext>
            </a:extLst>
          </p:cNvPr>
          <p:cNvSpPr txBox="1"/>
          <p:nvPr/>
        </p:nvSpPr>
        <p:spPr>
          <a:xfrm>
            <a:off x="3697679" y="6563906"/>
            <a:ext cx="2735044" cy="276999"/>
          </a:xfrm>
          <a:prstGeom prst="rect">
            <a:avLst/>
          </a:prstGeom>
          <a:noFill/>
        </p:spPr>
        <p:txBody>
          <a:bodyPr wrap="none" rtlCol="0">
            <a:spAutoFit/>
          </a:bodyPr>
          <a:lstStyle/>
          <a:p>
            <a:r>
              <a:rPr lang="nb-NO" sz="1200" dirty="0">
                <a:solidFill>
                  <a:schemeClr val="bg1"/>
                </a:solidFill>
              </a:rPr>
              <a:t>Foto: </a:t>
            </a:r>
            <a:r>
              <a:rPr lang="nb-NO" sz="1200" dirty="0" err="1">
                <a:solidFill>
                  <a:schemeClr val="bg1"/>
                </a:solidFill>
              </a:rPr>
              <a:t>University</a:t>
            </a:r>
            <a:r>
              <a:rPr lang="nb-NO" sz="1200" dirty="0">
                <a:solidFill>
                  <a:schemeClr val="bg1"/>
                </a:solidFill>
              </a:rPr>
              <a:t> </a:t>
            </a:r>
            <a:r>
              <a:rPr lang="nb-NO" sz="1200" dirty="0" err="1">
                <a:solidFill>
                  <a:schemeClr val="bg1"/>
                </a:solidFill>
              </a:rPr>
              <a:t>of</a:t>
            </a:r>
            <a:r>
              <a:rPr lang="nb-NO" sz="1200" dirty="0">
                <a:solidFill>
                  <a:schemeClr val="bg1"/>
                </a:solidFill>
              </a:rPr>
              <a:t> Colorado Boulders</a:t>
            </a:r>
          </a:p>
        </p:txBody>
      </p:sp>
    </p:spTree>
    <p:extLst>
      <p:ext uri="{BB962C8B-B14F-4D97-AF65-F5344CB8AC3E}">
        <p14:creationId xmlns:p14="http://schemas.microsoft.com/office/powerpoint/2010/main" val="3063725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theme/theme1.xml><?xml version="1.0" encoding="utf-8"?>
<a:theme xmlns:a="http://schemas.openxmlformats.org/drawingml/2006/main" name="Office-tema">
  <a:themeElements>
    <a:clrScheme name="Office Theme">
      <a:dk1>
        <a:sysClr val="windowText" lastClr="000000"/>
      </a:dk1>
      <a:lt1>
        <a:sysClr val="window" lastClr="FFFFFF"/>
      </a:lt1>
      <a:dk2>
        <a:srgbClr val="44546A"/>
      </a:dk2>
      <a:lt2>
        <a:srgbClr val="E7E6E6"/>
      </a:lt2>
      <a:accent1>
        <a:srgbClr val="FB6666"/>
      </a:accent1>
      <a:accent2>
        <a:srgbClr val="FFFEA7"/>
      </a:accent2>
      <a:accent3>
        <a:srgbClr val="86A4F7"/>
      </a:accent3>
      <a:accent4>
        <a:srgbClr val="E6ECFF"/>
      </a:accent4>
      <a:accent5>
        <a:srgbClr val="FEA11B"/>
      </a:accent5>
      <a:accent6>
        <a:srgbClr val="3E31D6"/>
      </a:accent6>
      <a:hlink>
        <a:srgbClr val="0563C1"/>
      </a:hlink>
      <a:folHlink>
        <a:srgbClr val="954F72"/>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iO_PPT_NO" id="{5B0A4823-B853-4E03-94BC-DE2E1EFD621E}" vid="{1C5DA98A-F9AE-4FD9-9F7B-ADB1035017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3A0108F0405CBB4CAF0A4935735FBDAF" ma:contentTypeVersion="2" ma:contentTypeDescription="Opprett et nytt dokument." ma:contentTypeScope="" ma:versionID="40820e0ad83be9a9961789050f7f0561">
  <xsd:schema xmlns:xsd="http://www.w3.org/2001/XMLSchema" xmlns:xs="http://www.w3.org/2001/XMLSchema" xmlns:p="http://schemas.microsoft.com/office/2006/metadata/properties" xmlns:ns2="e5e35b8c-bb2a-40e7-acd7-beed1d1f14b8" xmlns:ns3="45a9c032-1c21-4297-bc4a-1b0e359a6c15" targetNamespace="http://schemas.microsoft.com/office/2006/metadata/properties" ma:root="true" ma:fieldsID="0d622c3afd3d445bea522ad461dd9299" ns2:_="" ns3:_="">
    <xsd:import namespace="e5e35b8c-bb2a-40e7-acd7-beed1d1f14b8"/>
    <xsd:import namespace="45a9c032-1c21-4297-bc4a-1b0e359a6c15"/>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e35b8c-bb2a-40e7-acd7-beed1d1f14b8" elementFormDefault="qualified">
    <xsd:import namespace="http://schemas.microsoft.com/office/2006/documentManagement/types"/>
    <xsd:import namespace="http://schemas.microsoft.com/office/infopath/2007/PartnerControls"/>
    <xsd:element name="_dlc_DocId" ma:index="8" nillable="true" ma:displayName="Dokument-ID-verdi" ma:description="Verdien for dokument-IDen som er tilordnet elementet." ma:internalName="_dlc_DocId" ma:readOnly="true">
      <xsd:simpleType>
        <xsd:restriction base="dms:Text"/>
      </xsd:simpleType>
    </xsd:element>
    <xsd:element name="_dlc_DocIdUrl" ma:index="9" nillable="true" ma:displayName="Dokument-ID" ma:description="Fast kobling til dokumente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45a9c032-1c21-4297-bc4a-1b0e359a6c15"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dlc_DocId xmlns="e5e35b8c-bb2a-40e7-acd7-beed1d1f14b8">JAJEJYK5CVUX-448798232-24</_dlc_DocId>
    <_dlc_DocIdUrl xmlns="e5e35b8c-bb2a-40e7-acd7-beed1d1f14b8">
      <Url>https://uio.sharepoint.com/sites/GrafiskUttrykk/_layouts/15/DocIdRedir.aspx?ID=JAJEJYK5CVUX-448798232-24</Url>
      <Description>JAJEJYK5CVUX-448798232-24</Description>
    </_dlc_DocIdUrl>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E5BA8C-06B1-4CFA-9518-EB6DB849D4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e35b8c-bb2a-40e7-acd7-beed1d1f14b8"/>
    <ds:schemaRef ds:uri="45a9c032-1c21-4297-bc4a-1b0e359a6c1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9B9CF10-6C6A-444C-B05E-E78C1785A52C}">
  <ds:schemaRefs>
    <ds:schemaRef ds:uri="http://purl.org/dc/elements/1.1/"/>
    <ds:schemaRef ds:uri="http://purl.org/dc/dcmitype/"/>
    <ds:schemaRef ds:uri="http://schemas.microsoft.com/office/infopath/2007/PartnerControls"/>
    <ds:schemaRef ds:uri="http://schemas.openxmlformats.org/package/2006/metadata/core-properties"/>
    <ds:schemaRef ds:uri="45a9c032-1c21-4297-bc4a-1b0e359a6c15"/>
    <ds:schemaRef ds:uri="http://purl.org/dc/terms/"/>
    <ds:schemaRef ds:uri="http://schemas.microsoft.com/office/2006/documentManagement/types"/>
    <ds:schemaRef ds:uri="e5e35b8c-bb2a-40e7-acd7-beed1d1f14b8"/>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6CD8A915-AA81-4F8E-B37E-5EA87AF7FE43}">
  <ds:schemaRefs>
    <ds:schemaRef ds:uri="http://schemas.microsoft.com/sharepoint/events"/>
  </ds:schemaRefs>
</ds:datastoreItem>
</file>

<file path=customXml/itemProps4.xml><?xml version="1.0" encoding="utf-8"?>
<ds:datastoreItem xmlns:ds="http://schemas.openxmlformats.org/officeDocument/2006/customXml" ds:itemID="{684213E5-2D10-47A0-9EC6-16DB2B77A2C3}">
  <ds:schemaRefs>
    <ds:schemaRef ds:uri="http://schemas.microsoft.com/sharepoint/v3/contenttype/forms"/>
  </ds:schemaRefs>
</ds:datastoreItem>
</file>

<file path=docMetadata/LabelInfo.xml><?xml version="1.0" encoding="utf-8"?>
<clbl:labelList xmlns:clbl="http://schemas.microsoft.com/office/2020/mipLabelMetadata">
  <clbl:label id="{463b6811-b0a4-4b2a-b932-72c4c970c5d2}" enabled="0" method="" siteId="{463b6811-b0a4-4b2a-b932-72c4c970c5d2}" removed="1"/>
</clbl:labelList>
</file>

<file path=docProps/app.xml><?xml version="1.0" encoding="utf-8"?>
<Properties xmlns="http://schemas.openxmlformats.org/officeDocument/2006/extended-properties" xmlns:vt="http://schemas.openxmlformats.org/officeDocument/2006/docPropsVTypes">
  <Template>Office-tema</Template>
  <TotalTime>16753</TotalTime>
  <Words>3439</Words>
  <Application>Microsoft Office PowerPoint</Application>
  <PresentationFormat>Widescreen</PresentationFormat>
  <Paragraphs>433</Paragraphs>
  <Slides>55</Slides>
  <Notes>55</Notes>
  <HiddenSlides>0</HiddenSlides>
  <MMClips>0</MMClips>
  <ScaleCrop>false</ScaleCrop>
  <HeadingPairs>
    <vt:vector size="6" baseType="variant">
      <vt:variant>
        <vt:lpstr>Brukte skrifter</vt:lpstr>
      </vt:variant>
      <vt:variant>
        <vt:i4>4</vt:i4>
      </vt:variant>
      <vt:variant>
        <vt:lpstr>Tema</vt:lpstr>
      </vt:variant>
      <vt:variant>
        <vt:i4>1</vt:i4>
      </vt:variant>
      <vt:variant>
        <vt:lpstr>Lysbildetitler</vt:lpstr>
      </vt:variant>
      <vt:variant>
        <vt:i4>55</vt:i4>
      </vt:variant>
    </vt:vector>
  </HeadingPairs>
  <TitlesOfParts>
    <vt:vector size="60" baseType="lpstr">
      <vt:lpstr>Arial</vt:lpstr>
      <vt:lpstr>Arial, sans-serif</vt:lpstr>
      <vt:lpstr>Calibri</vt:lpstr>
      <vt:lpstr>Century Schoolbook</vt:lpstr>
      <vt:lpstr>Office-tema</vt:lpstr>
      <vt:lpstr>Exphil: Er følelser til hinder for kunnskap?</vt:lpstr>
      <vt:lpstr>Oversikt over forelesningen</vt:lpstr>
      <vt:lpstr>Del 1:   Motivasjonen</vt:lpstr>
      <vt:lpstr>Allison Jaggar (1942–)</vt:lpstr>
      <vt:lpstr>Allison Jaggar (1942–)</vt:lpstr>
      <vt:lpstr>Argumentets gang</vt:lpstr>
      <vt:lpstr>Argumentets gang</vt:lpstr>
      <vt:lpstr>Fornuftens forrang</vt:lpstr>
      <vt:lpstr>Det historiske bildet I</vt:lpstr>
      <vt:lpstr>Det historiske bildet II</vt:lpstr>
      <vt:lpstr>Det historiske bildet II</vt:lpstr>
      <vt:lpstr>Det historiske bildet II</vt:lpstr>
      <vt:lpstr>Samtidsdiagnosen</vt:lpstr>
      <vt:lpstr>Feministisk epistemologi</vt:lpstr>
      <vt:lpstr>Feministisk epistemologi</vt:lpstr>
      <vt:lpstr>Kjønn som sosial situasjon</vt:lpstr>
      <vt:lpstr>Kjønn som sosial situasjon</vt:lpstr>
      <vt:lpstr>Feministisk epistemologi</vt:lpstr>
      <vt:lpstr>Del 2:   Emosjoner</vt:lpstr>
      <vt:lpstr>Hva er emosjoner?</vt:lpstr>
      <vt:lpstr>Begrensninger</vt:lpstr>
      <vt:lpstr>Hva er emosjoner?</vt:lpstr>
      <vt:lpstr>Intensjonelle</vt:lpstr>
      <vt:lpstr>Intensjonelle</vt:lpstr>
      <vt:lpstr>Sosialt konstruerte</vt:lpstr>
      <vt:lpstr>Sosialt konstruerte</vt:lpstr>
      <vt:lpstr>Aktive</vt:lpstr>
      <vt:lpstr>Aktive</vt:lpstr>
      <vt:lpstr>Evaluative</vt:lpstr>
      <vt:lpstr>Emosjoner og observasjoner</vt:lpstr>
      <vt:lpstr>Emosjoner og observasjoner</vt:lpstr>
      <vt:lpstr>Emosjoner og observasjoner</vt:lpstr>
      <vt:lpstr>Del 3:   Epistemologi</vt:lpstr>
      <vt:lpstr>Den nøytrale forskningen</vt:lpstr>
      <vt:lpstr>Emosjoner er nødvendige</vt:lpstr>
      <vt:lpstr>Emosjoner er nødvendige</vt:lpstr>
      <vt:lpstr>Emosjoner er nødvendige</vt:lpstr>
      <vt:lpstr>Emosjoner er nødvendige</vt:lpstr>
      <vt:lpstr>Mytens politiske funksjon</vt:lpstr>
      <vt:lpstr>Mytens politiske funksjon</vt:lpstr>
      <vt:lpstr>Mytens politiske funksjon</vt:lpstr>
      <vt:lpstr>Mytens politiske funksjon</vt:lpstr>
      <vt:lpstr>Epistemisk autoritet</vt:lpstr>
      <vt:lpstr>Epistemisk urettferdighet</vt:lpstr>
      <vt:lpstr>Fredløse emosjoner</vt:lpstr>
      <vt:lpstr>Fredløse emosjoner</vt:lpstr>
      <vt:lpstr>Fredløse emosjoner</vt:lpstr>
      <vt:lpstr>Epistemisk privilegium</vt:lpstr>
      <vt:lpstr>Epistemisk privilegium</vt:lpstr>
      <vt:lpstr>Epistemisk privilegium</vt:lpstr>
      <vt:lpstr>Konklusjon</vt:lpstr>
      <vt:lpstr>Konklusjon</vt:lpstr>
      <vt:lpstr>Et nyttig ideal?</vt:lpstr>
      <vt:lpstr>Et nyttig ideal?</vt:lpstr>
      <vt:lpstr>Videre lesing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Exphil 1.: Tenk selv</dc:title>
  <dc:creator>Feroz Mehmood Shah</dc:creator>
  <cp:lastModifiedBy>Erlend Bornhoffer</cp:lastModifiedBy>
  <cp:revision>38</cp:revision>
  <dcterms:created xsi:type="dcterms:W3CDTF">2022-01-14T13:34:50Z</dcterms:created>
  <dcterms:modified xsi:type="dcterms:W3CDTF">2024-09-06T09:49:54Z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0x0101003A0108F0405CBB4CAF0A4935735FBDAF</vt:lpwstr>
  </property>
  <property fmtid="{D5CDD505-2E9C-101B-9397-08002B2CF9AE}" pid="3" name="_dlc_DocIdItemGuid">
    <vt:lpwstr>60f82c51-e997-4246-8d27-ec3536cdfe10</vt:lpwstr>
  </property>
</Properties>
</file>